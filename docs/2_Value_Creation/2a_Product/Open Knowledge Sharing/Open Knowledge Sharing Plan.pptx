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72" r:id="rId2"/>
  </p:sldMasterIdLst>
  <p:notesMasterIdLst>
    <p:notesMasterId r:id="rId8"/>
  </p:notesMasterIdLst>
  <p:sldIdLst>
    <p:sldId id="256" r:id="rId3"/>
    <p:sldId id="274" r:id="rId4"/>
    <p:sldId id="270" r:id="rId5"/>
    <p:sldId id="272" r:id="rId6"/>
    <p:sldId id="277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3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925B1-4157-1B41-B629-C189FB577EDD}" v="6" dt="2024-10-01T01:32:47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1"/>
    <p:restoredTop sz="95804"/>
  </p:normalViewPr>
  <p:slideViewPr>
    <p:cSldViewPr snapToGrid="0">
      <p:cViewPr varScale="1">
        <p:scale>
          <a:sx n="115" d="100"/>
          <a:sy n="115" d="100"/>
        </p:scale>
        <p:origin x="64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8245d172-5b81-40f1-a13b-b71f02cd6700" providerId="ADAL" clId="{0379B576-713C-C64F-B429-E64478F818AE}"/>
    <pc:docChg chg="undo custSel addSld delSld modSld modMainMaster">
      <pc:chgData name="Rich Reba" userId="8245d172-5b81-40f1-a13b-b71f02cd6700" providerId="ADAL" clId="{0379B576-713C-C64F-B429-E64478F818AE}" dt="2024-05-14T18:09:08.494" v="1420" actId="1038"/>
      <pc:docMkLst>
        <pc:docMk/>
      </pc:docMkLst>
      <pc:sldChg chg="addSp modSp mod">
        <pc:chgData name="Rich Reba" userId="8245d172-5b81-40f1-a13b-b71f02cd6700" providerId="ADAL" clId="{0379B576-713C-C64F-B429-E64478F818AE}" dt="2024-04-17T12:44:33.179" v="864"/>
        <pc:sldMkLst>
          <pc:docMk/>
          <pc:sldMk cId="0" sldId="256"/>
        </pc:sldMkLst>
        <pc:spChg chg="add mod">
          <ac:chgData name="Rich Reba" userId="8245d172-5b81-40f1-a13b-b71f02cd6700" providerId="ADAL" clId="{0379B576-713C-C64F-B429-E64478F818AE}" dt="2024-04-17T12:44:33.179" v="864"/>
          <ac:spMkLst>
            <pc:docMk/>
            <pc:sldMk cId="0" sldId="256"/>
            <ac:spMk id="2" creationId="{3AD78C72-379A-E1B5-EFA1-9131465029E3}"/>
          </ac:spMkLst>
        </pc:spChg>
        <pc:spChg chg="mod">
          <ac:chgData name="Rich Reba" userId="8245d172-5b81-40f1-a13b-b71f02cd6700" providerId="ADAL" clId="{0379B576-713C-C64F-B429-E64478F818AE}" dt="2024-04-11T21:23:33.953" v="25" actId="20577"/>
          <ac:spMkLst>
            <pc:docMk/>
            <pc:sldMk cId="0" sldId="256"/>
            <ac:spMk id="90" creationId="{00000000-0000-0000-0000-000000000000}"/>
          </ac:spMkLst>
        </pc:spChg>
      </pc:sldChg>
      <pc:sldChg chg="addSp modSp add del">
        <pc:chgData name="Rich Reba" userId="8245d172-5b81-40f1-a13b-b71f02cd6700" providerId="ADAL" clId="{0379B576-713C-C64F-B429-E64478F818AE}" dt="2024-04-17T12:46:02.387" v="872" actId="2696"/>
        <pc:sldMkLst>
          <pc:docMk/>
          <pc:sldMk cId="0" sldId="261"/>
        </pc:sldMkLst>
        <pc:spChg chg="add mod">
          <ac:chgData name="Rich Reba" userId="8245d172-5b81-40f1-a13b-b71f02cd6700" providerId="ADAL" clId="{0379B576-713C-C64F-B429-E64478F818AE}" dt="2024-04-11T21:22:35.186" v="3"/>
          <ac:spMkLst>
            <pc:docMk/>
            <pc:sldMk cId="0" sldId="261"/>
            <ac:spMk id="6" creationId="{9F538F17-F7B1-0980-213F-0D6C4602E7AC}"/>
          </ac:spMkLst>
        </pc:spChg>
        <pc:spChg chg="add mod">
          <ac:chgData name="Rich Reba" userId="8245d172-5b81-40f1-a13b-b71f02cd6700" providerId="ADAL" clId="{0379B576-713C-C64F-B429-E64478F818AE}" dt="2024-04-11T21:22:35.186" v="3"/>
          <ac:spMkLst>
            <pc:docMk/>
            <pc:sldMk cId="0" sldId="261"/>
            <ac:spMk id="7" creationId="{BEDF574A-FD41-FEDD-6DF9-8E9EE376FB09}"/>
          </ac:spMkLst>
        </pc:spChg>
      </pc:sldChg>
      <pc:sldChg chg="modSp del">
        <pc:chgData name="Rich Reba" userId="8245d172-5b81-40f1-a13b-b71f02cd6700" providerId="ADAL" clId="{0379B576-713C-C64F-B429-E64478F818AE}" dt="2024-04-11T21:55:14.111" v="811" actId="2696"/>
        <pc:sldMkLst>
          <pc:docMk/>
          <pc:sldMk cId="3732068473" sldId="270"/>
        </pc:sldMkLst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3732068473" sldId="270"/>
            <ac:spMk id="121" creationId="{D1FD5753-66B3-EA4B-4895-9891C1AB6723}"/>
          </ac:spMkLst>
        </pc:spChg>
      </pc:sldChg>
      <pc:sldChg chg="modSp del mod">
        <pc:chgData name="Rich Reba" userId="8245d172-5b81-40f1-a13b-b71f02cd6700" providerId="ADAL" clId="{0379B576-713C-C64F-B429-E64478F818AE}" dt="2024-04-11T21:22:40.793" v="4" actId="2696"/>
        <pc:sldMkLst>
          <pc:docMk/>
          <pc:sldMk cId="0" sldId="271"/>
        </pc:sldMkLst>
        <pc:spChg chg="mod">
          <ac:chgData name="Rich Reba" userId="8245d172-5b81-40f1-a13b-b71f02cd6700" providerId="ADAL" clId="{0379B576-713C-C64F-B429-E64478F818AE}" dt="2024-04-11T21:21:56.693" v="1" actId="14100"/>
          <ac:spMkLst>
            <pc:docMk/>
            <pc:sldMk cId="0" sldId="271"/>
            <ac:spMk id="3" creationId="{5540E7CC-A43F-F841-1206-B147ACBCCB27}"/>
          </ac:spMkLst>
        </pc:spChg>
      </pc:sldChg>
      <pc:sldChg chg="addSp modSp">
        <pc:chgData name="Rich Reba" userId="8245d172-5b81-40f1-a13b-b71f02cd6700" providerId="ADAL" clId="{0379B576-713C-C64F-B429-E64478F818AE}" dt="2024-04-17T12:44:41.707" v="867"/>
        <pc:sldMkLst>
          <pc:docMk/>
          <pc:sldMk cId="432933410" sldId="272"/>
        </pc:sldMkLst>
        <pc:spChg chg="add mod">
          <ac:chgData name="Rich Reba" userId="8245d172-5b81-40f1-a13b-b71f02cd6700" providerId="ADAL" clId="{0379B576-713C-C64F-B429-E64478F818AE}" dt="2024-04-17T12:44:41.707" v="867"/>
          <ac:spMkLst>
            <pc:docMk/>
            <pc:sldMk cId="432933410" sldId="272"/>
            <ac:spMk id="2" creationId="{380ABFF8-4C01-7B33-27D3-75C1CC40892B}"/>
          </ac:spMkLst>
        </pc:spChg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432933410" sldId="272"/>
            <ac:spMk id="6" creationId="{65F082C5-A3B3-49F0-5651-B824B3A72ABF}"/>
          </ac:spMkLst>
        </pc:spChg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432933410" sldId="272"/>
            <ac:spMk id="8" creationId="{000C9DE8-2999-D2EF-4C59-53F4E0E1D46B}"/>
          </ac:spMkLst>
        </pc:spChg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432933410" sldId="272"/>
            <ac:spMk id="96" creationId="{00000000-0000-0000-0000-000000000000}"/>
          </ac:spMkLst>
        </pc:spChg>
      </pc:sldChg>
      <pc:sldChg chg="modSp del">
        <pc:chgData name="Rich Reba" userId="8245d172-5b81-40f1-a13b-b71f02cd6700" providerId="ADAL" clId="{0379B576-713C-C64F-B429-E64478F818AE}" dt="2024-04-11T21:22:55.926" v="5" actId="2696"/>
        <pc:sldMkLst>
          <pc:docMk/>
          <pc:sldMk cId="717648765" sldId="273"/>
        </pc:sldMkLst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717648765" sldId="273"/>
            <ac:spMk id="2" creationId="{E95FEDE1-E230-E852-0D22-4382EBD66A97}"/>
          </ac:spMkLst>
        </pc:spChg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717648765" sldId="273"/>
            <ac:spMk id="3" creationId="{25E342FC-779A-3EDE-1770-80978C1E640E}"/>
          </ac:spMkLst>
        </pc:spChg>
      </pc:sldChg>
      <pc:sldChg chg="addSp modSp">
        <pc:chgData name="Rich Reba" userId="8245d172-5b81-40f1-a13b-b71f02cd6700" providerId="ADAL" clId="{0379B576-713C-C64F-B429-E64478F818AE}" dt="2024-04-17T12:44:38.379" v="865"/>
        <pc:sldMkLst>
          <pc:docMk/>
          <pc:sldMk cId="2722867265" sldId="274"/>
        </pc:sldMkLst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2722867265" sldId="274"/>
            <ac:spMk id="4" creationId="{BDC3AF1A-7A80-3B3D-294A-E26C982690C3}"/>
          </ac:spMkLst>
        </pc:spChg>
        <pc:spChg chg="add mod">
          <ac:chgData name="Rich Reba" userId="8245d172-5b81-40f1-a13b-b71f02cd6700" providerId="ADAL" clId="{0379B576-713C-C64F-B429-E64478F818AE}" dt="2024-04-17T12:44:38.379" v="865"/>
          <ac:spMkLst>
            <pc:docMk/>
            <pc:sldMk cId="2722867265" sldId="274"/>
            <ac:spMk id="6" creationId="{29F7730B-EBE3-0F0B-6EF2-377E051A3697}"/>
          </ac:spMkLst>
        </pc:spChg>
        <pc:spChg chg="mod">
          <ac:chgData name="Rich Reba" userId="8245d172-5b81-40f1-a13b-b71f02cd6700" providerId="ADAL" clId="{0379B576-713C-C64F-B429-E64478F818AE}" dt="2024-04-11T21:21:09.067" v="0"/>
          <ac:spMkLst>
            <pc:docMk/>
            <pc:sldMk cId="2722867265" sldId="274"/>
            <ac:spMk id="96" creationId="{00000000-0000-0000-0000-000000000000}"/>
          </ac:spMkLst>
        </pc:spChg>
      </pc:sldChg>
      <pc:sldChg chg="addSp delSp modSp add mod modNotesTx">
        <pc:chgData name="Rich Reba" userId="8245d172-5b81-40f1-a13b-b71f02cd6700" providerId="ADAL" clId="{0379B576-713C-C64F-B429-E64478F818AE}" dt="2024-05-14T18:09:08.494" v="1420" actId="1038"/>
        <pc:sldMkLst>
          <pc:docMk/>
          <pc:sldMk cId="3522170488" sldId="275"/>
        </pc:sldMkLst>
        <pc:spChg chg="add mod">
          <ac:chgData name="Rich Reba" userId="8245d172-5b81-40f1-a13b-b71f02cd6700" providerId="ADAL" clId="{0379B576-713C-C64F-B429-E64478F818AE}" dt="2024-04-17T12:44:39.748" v="866"/>
          <ac:spMkLst>
            <pc:docMk/>
            <pc:sldMk cId="3522170488" sldId="275"/>
            <ac:spMk id="2" creationId="{DD7050D4-7E70-8D22-71C6-4AD71B936D3F}"/>
          </ac:spMkLst>
        </pc:spChg>
        <pc:spChg chg="add mod">
          <ac:chgData name="Rich Reba" userId="8245d172-5b81-40f1-a13b-b71f02cd6700" providerId="ADAL" clId="{0379B576-713C-C64F-B429-E64478F818AE}" dt="2024-05-14T18:03:35.857" v="1371" actId="1076"/>
          <ac:spMkLst>
            <pc:docMk/>
            <pc:sldMk cId="3522170488" sldId="275"/>
            <ac:spMk id="3" creationId="{D62FF2EE-D6EC-ED00-F410-FA442392DCB5}"/>
          </ac:spMkLst>
        </pc:spChg>
        <pc:spChg chg="add mod">
          <ac:chgData name="Rich Reba" userId="8245d172-5b81-40f1-a13b-b71f02cd6700" providerId="ADAL" clId="{0379B576-713C-C64F-B429-E64478F818AE}" dt="2024-05-14T18:04:03.225" v="1376" actId="1076"/>
          <ac:spMkLst>
            <pc:docMk/>
            <pc:sldMk cId="3522170488" sldId="275"/>
            <ac:spMk id="6" creationId="{976D54C4-BA2F-B5DF-19BA-6B815026E361}"/>
          </ac:spMkLst>
        </pc:spChg>
        <pc:spChg chg="add mod">
          <ac:chgData name="Rich Reba" userId="8245d172-5b81-40f1-a13b-b71f02cd6700" providerId="ADAL" clId="{0379B576-713C-C64F-B429-E64478F818AE}" dt="2024-05-14T18:06:56.542" v="1405" actId="1076"/>
          <ac:spMkLst>
            <pc:docMk/>
            <pc:sldMk cId="3522170488" sldId="275"/>
            <ac:spMk id="18" creationId="{DA371590-61B3-CC21-884D-5FADF7375D19}"/>
          </ac:spMkLst>
        </pc:spChg>
        <pc:spChg chg="add del mod">
          <ac:chgData name="Rich Reba" userId="8245d172-5b81-40f1-a13b-b71f02cd6700" providerId="ADAL" clId="{0379B576-713C-C64F-B429-E64478F818AE}" dt="2024-04-11T21:36:57.154" v="29" actId="478"/>
          <ac:spMkLst>
            <pc:docMk/>
            <pc:sldMk cId="3522170488" sldId="275"/>
            <ac:spMk id="32" creationId="{F43DAEEF-6E51-FE62-7617-E2B080E440F9}"/>
          </ac:spMkLst>
        </pc:spChg>
        <pc:spChg chg="add mod">
          <ac:chgData name="Rich Reba" userId="8245d172-5b81-40f1-a13b-b71f02cd6700" providerId="ADAL" clId="{0379B576-713C-C64F-B429-E64478F818AE}" dt="2024-05-14T18:07:15.995" v="1407" actId="1076"/>
          <ac:spMkLst>
            <pc:docMk/>
            <pc:sldMk cId="3522170488" sldId="275"/>
            <ac:spMk id="33" creationId="{00F956BC-0A93-69AC-C985-FEE1C00EAA0F}"/>
          </ac:spMkLst>
        </pc:spChg>
        <pc:spChg chg="add mod">
          <ac:chgData name="Rich Reba" userId="8245d172-5b81-40f1-a13b-b71f02cd6700" providerId="ADAL" clId="{0379B576-713C-C64F-B429-E64478F818AE}" dt="2024-04-11T21:42:14.515" v="185" actId="20577"/>
          <ac:spMkLst>
            <pc:docMk/>
            <pc:sldMk cId="3522170488" sldId="275"/>
            <ac:spMk id="35" creationId="{FBD59886-04AE-717F-98E8-E26AE392E972}"/>
          </ac:spMkLst>
        </pc:spChg>
        <pc:spChg chg="add mod">
          <ac:chgData name="Rich Reba" userId="8245d172-5b81-40f1-a13b-b71f02cd6700" providerId="ADAL" clId="{0379B576-713C-C64F-B429-E64478F818AE}" dt="2024-05-14T18:06:24.002" v="1383" actId="1076"/>
          <ac:spMkLst>
            <pc:docMk/>
            <pc:sldMk cId="3522170488" sldId="275"/>
            <ac:spMk id="42" creationId="{98D70D85-4F81-BC86-5B97-7348D24DF2C0}"/>
          </ac:spMkLst>
        </pc:spChg>
        <pc:spChg chg="add del mod">
          <ac:chgData name="Rich Reba" userId="8245d172-5b81-40f1-a13b-b71f02cd6700" providerId="ADAL" clId="{0379B576-713C-C64F-B429-E64478F818AE}" dt="2024-04-11T21:38:47.381" v="98" actId="478"/>
          <ac:spMkLst>
            <pc:docMk/>
            <pc:sldMk cId="3522170488" sldId="275"/>
            <ac:spMk id="44" creationId="{D541EE66-882D-8B7F-8D34-1A31599A5053}"/>
          </ac:spMkLst>
        </pc:spChg>
        <pc:spChg chg="add mod">
          <ac:chgData name="Rich Reba" userId="8245d172-5b81-40f1-a13b-b71f02cd6700" providerId="ADAL" clId="{0379B576-713C-C64F-B429-E64478F818AE}" dt="2024-04-11T21:42:28.340" v="197" actId="20577"/>
          <ac:spMkLst>
            <pc:docMk/>
            <pc:sldMk cId="3522170488" sldId="275"/>
            <ac:spMk id="46" creationId="{9DFD1997-AEDB-F10E-F219-B73F016FB874}"/>
          </ac:spMkLst>
        </pc:spChg>
        <pc:spChg chg="add mod">
          <ac:chgData name="Rich Reba" userId="8245d172-5b81-40f1-a13b-b71f02cd6700" providerId="ADAL" clId="{0379B576-713C-C64F-B429-E64478F818AE}" dt="2024-04-11T21:42:35.124" v="210" actId="20577"/>
          <ac:spMkLst>
            <pc:docMk/>
            <pc:sldMk cId="3522170488" sldId="275"/>
            <ac:spMk id="50" creationId="{EAE09974-0F49-AA45-F91E-EA2B681B59FA}"/>
          </ac:spMkLst>
        </pc:spChg>
        <pc:spChg chg="add del mod">
          <ac:chgData name="Rich Reba" userId="8245d172-5b81-40f1-a13b-b71f02cd6700" providerId="ADAL" clId="{0379B576-713C-C64F-B429-E64478F818AE}" dt="2024-04-11T21:49:45.234" v="596" actId="478"/>
          <ac:spMkLst>
            <pc:docMk/>
            <pc:sldMk cId="3522170488" sldId="275"/>
            <ac:spMk id="52" creationId="{C884732F-A07A-F023-7786-468C1BD09F60}"/>
          </ac:spMkLst>
        </pc:spChg>
        <pc:spChg chg="add mod">
          <ac:chgData name="Rich Reba" userId="8245d172-5b81-40f1-a13b-b71f02cd6700" providerId="ADAL" clId="{0379B576-713C-C64F-B429-E64478F818AE}" dt="2024-05-14T18:02:09.083" v="1352" actId="1076"/>
          <ac:spMkLst>
            <pc:docMk/>
            <pc:sldMk cId="3522170488" sldId="275"/>
            <ac:spMk id="53" creationId="{89B824A8-8AEE-9A8D-7A81-2C3E3B9D2D93}"/>
          </ac:spMkLst>
        </pc:spChg>
        <pc:spChg chg="add mod">
          <ac:chgData name="Rich Reba" userId="8245d172-5b81-40f1-a13b-b71f02cd6700" providerId="ADAL" clId="{0379B576-713C-C64F-B429-E64478F818AE}" dt="2024-05-14T18:04:26.609" v="1381" actId="1076"/>
          <ac:spMkLst>
            <pc:docMk/>
            <pc:sldMk cId="3522170488" sldId="275"/>
            <ac:spMk id="54" creationId="{A2D3E430-9D0C-668E-805D-3DE6D03C32F6}"/>
          </ac:spMkLst>
        </pc:spChg>
        <pc:spChg chg="add mod">
          <ac:chgData name="Rich Reba" userId="8245d172-5b81-40f1-a13b-b71f02cd6700" providerId="ADAL" clId="{0379B576-713C-C64F-B429-E64478F818AE}" dt="2024-05-14T18:04:30.261" v="1382" actId="1076"/>
          <ac:spMkLst>
            <pc:docMk/>
            <pc:sldMk cId="3522170488" sldId="275"/>
            <ac:spMk id="55" creationId="{7ED191B0-52FD-3A5D-8928-73046686886B}"/>
          </ac:spMkLst>
        </pc:spChg>
        <pc:spChg chg="add mod">
          <ac:chgData name="Rich Reba" userId="8245d172-5b81-40f1-a13b-b71f02cd6700" providerId="ADAL" clId="{0379B576-713C-C64F-B429-E64478F818AE}" dt="2024-05-14T18:07:53.107" v="1412" actId="1076"/>
          <ac:spMkLst>
            <pc:docMk/>
            <pc:sldMk cId="3522170488" sldId="275"/>
            <ac:spMk id="56" creationId="{6FEE276F-E974-D710-957A-6437E17E4664}"/>
          </ac:spMkLst>
        </pc:spChg>
        <pc:spChg chg="add mod">
          <ac:chgData name="Rich Reba" userId="8245d172-5b81-40f1-a13b-b71f02cd6700" providerId="ADAL" clId="{0379B576-713C-C64F-B429-E64478F818AE}" dt="2024-05-14T18:08:05.661" v="1415" actId="1036"/>
          <ac:spMkLst>
            <pc:docMk/>
            <pc:sldMk cId="3522170488" sldId="275"/>
            <ac:spMk id="57" creationId="{F65734FF-F4BD-3F06-A50B-72EC03F6817C}"/>
          </ac:spMkLst>
        </pc:spChg>
        <pc:spChg chg="add mod">
          <ac:chgData name="Rich Reba" userId="8245d172-5b81-40f1-a13b-b71f02cd6700" providerId="ADAL" clId="{0379B576-713C-C64F-B429-E64478F818AE}" dt="2024-05-14T18:02:34.663" v="1364" actId="1076"/>
          <ac:spMkLst>
            <pc:docMk/>
            <pc:sldMk cId="3522170488" sldId="275"/>
            <ac:spMk id="58" creationId="{1E185F3E-1BD5-09FB-DD83-37A2C8994866}"/>
          </ac:spMkLst>
        </pc:spChg>
        <pc:spChg chg="add mod">
          <ac:chgData name="Rich Reba" userId="8245d172-5b81-40f1-a13b-b71f02cd6700" providerId="ADAL" clId="{0379B576-713C-C64F-B429-E64478F818AE}" dt="2024-05-14T18:02:39.919" v="1365" actId="1076"/>
          <ac:spMkLst>
            <pc:docMk/>
            <pc:sldMk cId="3522170488" sldId="275"/>
            <ac:spMk id="59" creationId="{82CE57B5-8BB3-AFAF-039D-CE56E93AEB45}"/>
          </ac:spMkLst>
        </pc:spChg>
        <pc:spChg chg="add mod">
          <ac:chgData name="Rich Reba" userId="8245d172-5b81-40f1-a13b-b71f02cd6700" providerId="ADAL" clId="{0379B576-713C-C64F-B429-E64478F818AE}" dt="2024-04-11T21:43:54.275" v="303" actId="20577"/>
          <ac:spMkLst>
            <pc:docMk/>
            <pc:sldMk cId="3522170488" sldId="275"/>
            <ac:spMk id="60" creationId="{8450A5D9-A81F-35E1-3DEB-14DF5C7CC4B9}"/>
          </ac:spMkLst>
        </pc:spChg>
        <pc:spChg chg="add mod">
          <ac:chgData name="Rich Reba" userId="8245d172-5b81-40f1-a13b-b71f02cd6700" providerId="ADAL" clId="{0379B576-713C-C64F-B429-E64478F818AE}" dt="2024-04-11T21:44:14.541" v="317" actId="1076"/>
          <ac:spMkLst>
            <pc:docMk/>
            <pc:sldMk cId="3522170488" sldId="275"/>
            <ac:spMk id="61" creationId="{191F2E43-EB9A-6598-8D58-316E00B01882}"/>
          </ac:spMkLst>
        </pc:spChg>
        <pc:spChg chg="add mod">
          <ac:chgData name="Rich Reba" userId="8245d172-5b81-40f1-a13b-b71f02cd6700" providerId="ADAL" clId="{0379B576-713C-C64F-B429-E64478F818AE}" dt="2024-04-11T21:44:35.737" v="320" actId="1076"/>
          <ac:spMkLst>
            <pc:docMk/>
            <pc:sldMk cId="3522170488" sldId="275"/>
            <ac:spMk id="62" creationId="{B264247F-E353-535C-CACF-772F7E677662}"/>
          </ac:spMkLst>
        </pc:spChg>
        <pc:spChg chg="add mod">
          <ac:chgData name="Rich Reba" userId="8245d172-5b81-40f1-a13b-b71f02cd6700" providerId="ADAL" clId="{0379B576-713C-C64F-B429-E64478F818AE}" dt="2024-04-11T21:44:48.220" v="338" actId="1076"/>
          <ac:spMkLst>
            <pc:docMk/>
            <pc:sldMk cId="3522170488" sldId="275"/>
            <ac:spMk id="63" creationId="{F1399F46-0682-AFD0-4664-0B834E9B694B}"/>
          </ac:spMkLst>
        </pc:spChg>
        <pc:spChg chg="add mod">
          <ac:chgData name="Rich Reba" userId="8245d172-5b81-40f1-a13b-b71f02cd6700" providerId="ADAL" clId="{0379B576-713C-C64F-B429-E64478F818AE}" dt="2024-04-11T21:45:01.726" v="358" actId="20577"/>
          <ac:spMkLst>
            <pc:docMk/>
            <pc:sldMk cId="3522170488" sldId="275"/>
            <ac:spMk id="64" creationId="{52C16B98-2D20-BAFF-28A1-E9CE7CB10FB5}"/>
          </ac:spMkLst>
        </pc:spChg>
        <pc:spChg chg="add mod">
          <ac:chgData name="Rich Reba" userId="8245d172-5b81-40f1-a13b-b71f02cd6700" providerId="ADAL" clId="{0379B576-713C-C64F-B429-E64478F818AE}" dt="2024-04-11T21:46:05.842" v="414" actId="1076"/>
          <ac:spMkLst>
            <pc:docMk/>
            <pc:sldMk cId="3522170488" sldId="275"/>
            <ac:spMk id="65" creationId="{11CEE109-85F0-D762-4404-27C161FB1F89}"/>
          </ac:spMkLst>
        </pc:spChg>
        <pc:spChg chg="add mod">
          <ac:chgData name="Rich Reba" userId="8245d172-5b81-40f1-a13b-b71f02cd6700" providerId="ADAL" clId="{0379B576-713C-C64F-B429-E64478F818AE}" dt="2024-04-11T21:45:24.642" v="384" actId="20577"/>
          <ac:spMkLst>
            <pc:docMk/>
            <pc:sldMk cId="3522170488" sldId="275"/>
            <ac:spMk id="66" creationId="{695CA2B1-0902-7B49-0A5F-B9299D30AD69}"/>
          </ac:spMkLst>
        </pc:spChg>
        <pc:spChg chg="add mod">
          <ac:chgData name="Rich Reba" userId="8245d172-5b81-40f1-a13b-b71f02cd6700" providerId="ADAL" clId="{0379B576-713C-C64F-B429-E64478F818AE}" dt="2024-04-11T21:45:54.916" v="413" actId="1076"/>
          <ac:spMkLst>
            <pc:docMk/>
            <pc:sldMk cId="3522170488" sldId="275"/>
            <ac:spMk id="67" creationId="{F3CAE5D6-2D8C-4AC1-E21C-14C754FB8345}"/>
          </ac:spMkLst>
        </pc:spChg>
        <pc:spChg chg="add mod">
          <ac:chgData name="Rich Reba" userId="8245d172-5b81-40f1-a13b-b71f02cd6700" providerId="ADAL" clId="{0379B576-713C-C64F-B429-E64478F818AE}" dt="2024-04-11T21:45:51.877" v="412" actId="20577"/>
          <ac:spMkLst>
            <pc:docMk/>
            <pc:sldMk cId="3522170488" sldId="275"/>
            <ac:spMk id="68" creationId="{F49B4D58-934C-D5EF-3AEA-B273B7B3C001}"/>
          </ac:spMkLst>
        </pc:spChg>
        <pc:spChg chg="add mod">
          <ac:chgData name="Rich Reba" userId="8245d172-5b81-40f1-a13b-b71f02cd6700" providerId="ADAL" clId="{0379B576-713C-C64F-B429-E64478F818AE}" dt="2024-05-14T18:00:31.408" v="1337" actId="1076"/>
          <ac:spMkLst>
            <pc:docMk/>
            <pc:sldMk cId="3522170488" sldId="275"/>
            <ac:spMk id="69" creationId="{C5548285-5212-4118-F168-FC4CCB888242}"/>
          </ac:spMkLst>
        </pc:spChg>
        <pc:spChg chg="add mod">
          <ac:chgData name="Rich Reba" userId="8245d172-5b81-40f1-a13b-b71f02cd6700" providerId="ADAL" clId="{0379B576-713C-C64F-B429-E64478F818AE}" dt="2024-05-14T18:04:11.854" v="1378" actId="1076"/>
          <ac:spMkLst>
            <pc:docMk/>
            <pc:sldMk cId="3522170488" sldId="275"/>
            <ac:spMk id="70" creationId="{0F92226A-BA6D-843F-F743-C221CAEEDD3C}"/>
          </ac:spMkLst>
        </pc:spChg>
        <pc:spChg chg="add mod">
          <ac:chgData name="Rich Reba" userId="8245d172-5b81-40f1-a13b-b71f02cd6700" providerId="ADAL" clId="{0379B576-713C-C64F-B429-E64478F818AE}" dt="2024-05-14T18:09:08.494" v="1420" actId="1038"/>
          <ac:spMkLst>
            <pc:docMk/>
            <pc:sldMk cId="3522170488" sldId="275"/>
            <ac:spMk id="71" creationId="{0C6811FC-C81E-A0F1-4CC1-DDB8D56D3F9C}"/>
          </ac:spMkLst>
        </pc:spChg>
        <pc:spChg chg="add mod">
          <ac:chgData name="Rich Reba" userId="8245d172-5b81-40f1-a13b-b71f02cd6700" providerId="ADAL" clId="{0379B576-713C-C64F-B429-E64478F818AE}" dt="2024-05-14T18:03:22.701" v="1368" actId="1076"/>
          <ac:spMkLst>
            <pc:docMk/>
            <pc:sldMk cId="3522170488" sldId="275"/>
            <ac:spMk id="72" creationId="{642444C0-46A4-20BC-4856-F5D2FAE4ADC3}"/>
          </ac:spMkLst>
        </pc:spChg>
        <pc:spChg chg="add mod">
          <ac:chgData name="Rich Reba" userId="8245d172-5b81-40f1-a13b-b71f02cd6700" providerId="ADAL" clId="{0379B576-713C-C64F-B429-E64478F818AE}" dt="2024-04-11T21:51:59.015" v="672" actId="1076"/>
          <ac:spMkLst>
            <pc:docMk/>
            <pc:sldMk cId="3522170488" sldId="275"/>
            <ac:spMk id="73" creationId="{EADD9914-3BA8-7241-F17E-49D42E9FE8B3}"/>
          </ac:spMkLst>
        </pc:spChg>
        <pc:spChg chg="add mod">
          <ac:chgData name="Rich Reba" userId="8245d172-5b81-40f1-a13b-b71f02cd6700" providerId="ADAL" clId="{0379B576-713C-C64F-B429-E64478F818AE}" dt="2024-04-11T21:51:15.668" v="647" actId="1076"/>
          <ac:spMkLst>
            <pc:docMk/>
            <pc:sldMk cId="3522170488" sldId="275"/>
            <ac:spMk id="74" creationId="{6BCAEF25-C9D1-9117-351A-E0A396B362FB}"/>
          </ac:spMkLst>
        </pc:spChg>
        <pc:spChg chg="add mod">
          <ac:chgData name="Rich Reba" userId="8245d172-5b81-40f1-a13b-b71f02cd6700" providerId="ADAL" clId="{0379B576-713C-C64F-B429-E64478F818AE}" dt="2024-04-19T17:01:18.239" v="1282" actId="1038"/>
          <ac:spMkLst>
            <pc:docMk/>
            <pc:sldMk cId="3522170488" sldId="275"/>
            <ac:spMk id="75" creationId="{2ABB2651-6AC9-28A9-8CD5-62B906738B8D}"/>
          </ac:spMkLst>
        </pc:spChg>
        <pc:spChg chg="add mod">
          <ac:chgData name="Rich Reba" userId="8245d172-5b81-40f1-a13b-b71f02cd6700" providerId="ADAL" clId="{0379B576-713C-C64F-B429-E64478F818AE}" dt="2024-05-14T18:04:24.096" v="1380" actId="1076"/>
          <ac:spMkLst>
            <pc:docMk/>
            <pc:sldMk cId="3522170488" sldId="275"/>
            <ac:spMk id="76" creationId="{1C62B161-75F6-C0B4-7423-E6874DBD335C}"/>
          </ac:spMkLst>
        </pc:spChg>
        <pc:spChg chg="add mod">
          <ac:chgData name="Rich Reba" userId="8245d172-5b81-40f1-a13b-b71f02cd6700" providerId="ADAL" clId="{0379B576-713C-C64F-B429-E64478F818AE}" dt="2024-04-19T17:02:09.339" v="1294" actId="1038"/>
          <ac:spMkLst>
            <pc:docMk/>
            <pc:sldMk cId="3522170488" sldId="275"/>
            <ac:spMk id="77" creationId="{49AF405D-707B-0F8A-CE9B-02793A3FDB50}"/>
          </ac:spMkLst>
        </pc:spChg>
        <pc:spChg chg="add mod">
          <ac:chgData name="Rich Reba" userId="8245d172-5b81-40f1-a13b-b71f02cd6700" providerId="ADAL" clId="{0379B576-713C-C64F-B429-E64478F818AE}" dt="2024-05-14T18:04:20.432" v="1379" actId="1076"/>
          <ac:spMkLst>
            <pc:docMk/>
            <pc:sldMk cId="3522170488" sldId="275"/>
            <ac:spMk id="78" creationId="{DF74E4E8-C82B-1D46-FD36-87B041AC450D}"/>
          </ac:spMkLst>
        </pc:spChg>
        <pc:spChg chg="add del mod">
          <ac:chgData name="Rich Reba" userId="8245d172-5b81-40f1-a13b-b71f02cd6700" providerId="ADAL" clId="{0379B576-713C-C64F-B429-E64478F818AE}" dt="2024-04-11T21:49:48.431" v="597" actId="478"/>
          <ac:spMkLst>
            <pc:docMk/>
            <pc:sldMk cId="3522170488" sldId="275"/>
            <ac:spMk id="79" creationId="{3C2343BE-F932-7043-8A31-21736405BB38}"/>
          </ac:spMkLst>
        </pc:spChg>
        <pc:spChg chg="add del mod">
          <ac:chgData name="Rich Reba" userId="8245d172-5b81-40f1-a13b-b71f02cd6700" providerId="ADAL" clId="{0379B576-713C-C64F-B429-E64478F818AE}" dt="2024-04-11T21:51:47.603" v="670" actId="478"/>
          <ac:spMkLst>
            <pc:docMk/>
            <pc:sldMk cId="3522170488" sldId="275"/>
            <ac:spMk id="80" creationId="{7FA2BCDC-588E-EBDD-BDB6-EB0695B6E039}"/>
          </ac:spMkLst>
        </pc:spChg>
        <pc:spChg chg="add mod">
          <ac:chgData name="Rich Reba" userId="8245d172-5b81-40f1-a13b-b71f02cd6700" providerId="ADAL" clId="{0379B576-713C-C64F-B429-E64478F818AE}" dt="2024-05-14T18:07:07.384" v="1406" actId="1076"/>
          <ac:spMkLst>
            <pc:docMk/>
            <pc:sldMk cId="3522170488" sldId="275"/>
            <ac:spMk id="81" creationId="{864283EA-BB86-BA0E-C512-DD7F10571B52}"/>
          </ac:spMkLst>
        </pc:spChg>
        <pc:spChg chg="add mod">
          <ac:chgData name="Rich Reba" userId="8245d172-5b81-40f1-a13b-b71f02cd6700" providerId="ADAL" clId="{0379B576-713C-C64F-B429-E64478F818AE}" dt="2024-04-11T21:50:18.068" v="618" actId="1076"/>
          <ac:spMkLst>
            <pc:docMk/>
            <pc:sldMk cId="3522170488" sldId="275"/>
            <ac:spMk id="82" creationId="{31F770EF-8B83-E596-7B63-23E55758D037}"/>
          </ac:spMkLst>
        </pc:spChg>
        <pc:spChg chg="add mod">
          <ac:chgData name="Rich Reba" userId="8245d172-5b81-40f1-a13b-b71f02cd6700" providerId="ADAL" clId="{0379B576-713C-C64F-B429-E64478F818AE}" dt="2024-04-11T21:50:21.627" v="628" actId="20577"/>
          <ac:spMkLst>
            <pc:docMk/>
            <pc:sldMk cId="3522170488" sldId="275"/>
            <ac:spMk id="83" creationId="{9CD12BA7-69C5-D89F-E9E0-64853F25F772}"/>
          </ac:spMkLst>
        </pc:spChg>
        <pc:spChg chg="add mod">
          <ac:chgData name="Rich Reba" userId="8245d172-5b81-40f1-a13b-b71f02cd6700" providerId="ADAL" clId="{0379B576-713C-C64F-B429-E64478F818AE}" dt="2024-04-11T21:50:47.286" v="645" actId="20577"/>
          <ac:spMkLst>
            <pc:docMk/>
            <pc:sldMk cId="3522170488" sldId="275"/>
            <ac:spMk id="84" creationId="{60A0F9E8-C105-F60A-7E93-AF390364940E}"/>
          </ac:spMkLst>
        </pc:spChg>
        <pc:spChg chg="add mod">
          <ac:chgData name="Rich Reba" userId="8245d172-5b81-40f1-a13b-b71f02cd6700" providerId="ADAL" clId="{0379B576-713C-C64F-B429-E64478F818AE}" dt="2024-05-14T18:07:49.441" v="1411" actId="1076"/>
          <ac:spMkLst>
            <pc:docMk/>
            <pc:sldMk cId="3522170488" sldId="275"/>
            <ac:spMk id="85" creationId="{59BD8C92-5125-83E4-9699-69CE4D3588B3}"/>
          </ac:spMkLst>
        </pc:spChg>
        <pc:spChg chg="add mod">
          <ac:chgData name="Rich Reba" userId="8245d172-5b81-40f1-a13b-b71f02cd6700" providerId="ADAL" clId="{0379B576-713C-C64F-B429-E64478F818AE}" dt="2024-05-14T18:07:37.284" v="1408" actId="1076"/>
          <ac:spMkLst>
            <pc:docMk/>
            <pc:sldMk cId="3522170488" sldId="275"/>
            <ac:spMk id="86" creationId="{1884721B-367D-3CBA-5BE6-400E03EAD3C7}"/>
          </ac:spMkLst>
        </pc:spChg>
        <pc:spChg chg="add mod">
          <ac:chgData name="Rich Reba" userId="8245d172-5b81-40f1-a13b-b71f02cd6700" providerId="ADAL" clId="{0379B576-713C-C64F-B429-E64478F818AE}" dt="2024-05-14T18:00:59.340" v="1343" actId="1076"/>
          <ac:spMkLst>
            <pc:docMk/>
            <pc:sldMk cId="3522170488" sldId="275"/>
            <ac:spMk id="87" creationId="{F9F088C5-B761-9A54-C203-11A44D3AB79B}"/>
          </ac:spMkLst>
        </pc:spChg>
        <pc:spChg chg="add mod">
          <ac:chgData name="Rich Reba" userId="8245d172-5b81-40f1-a13b-b71f02cd6700" providerId="ADAL" clId="{0379B576-713C-C64F-B429-E64478F818AE}" dt="2024-05-14T18:07:43.938" v="1410" actId="1076"/>
          <ac:spMkLst>
            <pc:docMk/>
            <pc:sldMk cId="3522170488" sldId="275"/>
            <ac:spMk id="88" creationId="{0708AC46-6F5C-7055-E7B8-42C142577B6C}"/>
          </ac:spMkLst>
        </pc:spChg>
        <pc:spChg chg="add mod">
          <ac:chgData name="Rich Reba" userId="8245d172-5b81-40f1-a13b-b71f02cd6700" providerId="ADAL" clId="{0379B576-713C-C64F-B429-E64478F818AE}" dt="2024-04-11T21:53:31.896" v="739" actId="20577"/>
          <ac:spMkLst>
            <pc:docMk/>
            <pc:sldMk cId="3522170488" sldId="275"/>
            <ac:spMk id="89" creationId="{C73A75C5-4723-4E9E-7DB7-5D7A3448CEF3}"/>
          </ac:spMkLst>
        </pc:spChg>
        <pc:spChg chg="add mod">
          <ac:chgData name="Rich Reba" userId="8245d172-5b81-40f1-a13b-b71f02cd6700" providerId="ADAL" clId="{0379B576-713C-C64F-B429-E64478F818AE}" dt="2024-05-14T18:08:20.623" v="1416" actId="1076"/>
          <ac:spMkLst>
            <pc:docMk/>
            <pc:sldMk cId="3522170488" sldId="275"/>
            <ac:spMk id="90" creationId="{8149C175-F886-2295-D930-652ACBB0D30C}"/>
          </ac:spMkLst>
        </pc:spChg>
        <pc:spChg chg="add mod">
          <ac:chgData name="Rich Reba" userId="8245d172-5b81-40f1-a13b-b71f02cd6700" providerId="ADAL" clId="{0379B576-713C-C64F-B429-E64478F818AE}" dt="2024-04-11T21:53:55.410" v="774" actId="20577"/>
          <ac:spMkLst>
            <pc:docMk/>
            <pc:sldMk cId="3522170488" sldId="275"/>
            <ac:spMk id="91" creationId="{54A5DA03-E9C5-2671-7815-A009FA08D222}"/>
          </ac:spMkLst>
        </pc:spChg>
        <pc:spChg chg="add mod">
          <ac:chgData name="Rich Reba" userId="8245d172-5b81-40f1-a13b-b71f02cd6700" providerId="ADAL" clId="{0379B576-713C-C64F-B429-E64478F818AE}" dt="2024-04-11T21:54:25.089" v="787" actId="20577"/>
          <ac:spMkLst>
            <pc:docMk/>
            <pc:sldMk cId="3522170488" sldId="275"/>
            <ac:spMk id="92" creationId="{46C24D71-D063-4B6A-21EB-B5FA6EA3DBA1}"/>
          </ac:spMkLst>
        </pc:spChg>
        <pc:spChg chg="add mod">
          <ac:chgData name="Rich Reba" userId="8245d172-5b81-40f1-a13b-b71f02cd6700" providerId="ADAL" clId="{0379B576-713C-C64F-B429-E64478F818AE}" dt="2024-04-11T21:54:48.293" v="810" actId="20577"/>
          <ac:spMkLst>
            <pc:docMk/>
            <pc:sldMk cId="3522170488" sldId="275"/>
            <ac:spMk id="93" creationId="{C355F100-6084-1292-206F-88F54BBD2CFF}"/>
          </ac:spMkLst>
        </pc:spChg>
        <pc:spChg chg="add mod">
          <ac:chgData name="Rich Reba" userId="8245d172-5b81-40f1-a13b-b71f02cd6700" providerId="ADAL" clId="{0379B576-713C-C64F-B429-E64478F818AE}" dt="2024-05-14T18:01:08.787" v="1345" actId="1076"/>
          <ac:spMkLst>
            <pc:docMk/>
            <pc:sldMk cId="3522170488" sldId="275"/>
            <ac:spMk id="94" creationId="{64E58E97-25A3-7C37-0FF4-2BE122864A33}"/>
          </ac:spMkLst>
        </pc:sp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2" creationId="{C0E832CC-54A7-00A0-F2C3-112B14A1D656}"/>
          </ac:picMkLst>
        </pc:picChg>
        <pc:picChg chg="del">
          <ac:chgData name="Rich Reba" userId="8245d172-5b81-40f1-a13b-b71f02cd6700" providerId="ADAL" clId="{0379B576-713C-C64F-B429-E64478F818AE}" dt="2024-04-11T21:46:36.933" v="440" actId="478"/>
          <ac:picMkLst>
            <pc:docMk/>
            <pc:sldMk cId="3522170488" sldId="275"/>
            <ac:picMk id="3" creationId="{51C7E3F0-47C6-8161-13EE-87388CAE2793}"/>
          </ac:picMkLst>
        </pc:picChg>
        <pc:picChg chg="del">
          <ac:chgData name="Rich Reba" userId="8245d172-5b81-40f1-a13b-b71f02cd6700" providerId="ADAL" clId="{0379B576-713C-C64F-B429-E64478F818AE}" dt="2024-04-11T21:43:56.316" v="304" actId="478"/>
          <ac:picMkLst>
            <pc:docMk/>
            <pc:sldMk cId="3522170488" sldId="275"/>
            <ac:picMk id="6" creationId="{2CF1A025-E3A7-FCDF-E297-9C045E433B41}"/>
          </ac:picMkLst>
        </pc:picChg>
        <pc:picChg chg="del">
          <ac:chgData name="Rich Reba" userId="8245d172-5b81-40f1-a13b-b71f02cd6700" providerId="ADAL" clId="{0379B576-713C-C64F-B429-E64478F818AE}" dt="2024-04-11T21:37:55.831" v="69" actId="478"/>
          <ac:picMkLst>
            <pc:docMk/>
            <pc:sldMk cId="3522170488" sldId="275"/>
            <ac:picMk id="18" creationId="{246CDF05-F216-934A-69BD-EB19F95D8BA4}"/>
          </ac:picMkLst>
        </pc:picChg>
        <pc:picChg chg="del">
          <ac:chgData name="Rich Reba" userId="8245d172-5b81-40f1-a13b-b71f02cd6700" providerId="ADAL" clId="{0379B576-713C-C64F-B429-E64478F818AE}" dt="2024-04-11T21:44:50.615" v="339" actId="478"/>
          <ac:picMkLst>
            <pc:docMk/>
            <pc:sldMk cId="3522170488" sldId="275"/>
            <ac:picMk id="19" creationId="{7F04A926-BCEB-6829-89A4-EB6ECD994D60}"/>
          </ac:picMkLst>
        </pc:picChg>
        <pc:picChg chg="del">
          <ac:chgData name="Rich Reba" userId="8245d172-5b81-40f1-a13b-b71f02cd6700" providerId="ADAL" clId="{0379B576-713C-C64F-B429-E64478F818AE}" dt="2024-04-11T21:37:30.453" v="44" actId="478"/>
          <ac:picMkLst>
            <pc:docMk/>
            <pc:sldMk cId="3522170488" sldId="275"/>
            <ac:picMk id="20" creationId="{6CCCB9BD-E2A0-52F1-A0AA-808CB2AF66B8}"/>
          </ac:picMkLst>
        </pc:picChg>
        <pc:picChg chg="del">
          <ac:chgData name="Rich Reba" userId="8245d172-5b81-40f1-a13b-b71f02cd6700" providerId="ADAL" clId="{0379B576-713C-C64F-B429-E64478F818AE}" dt="2024-04-11T21:50:02.408" v="614" actId="478"/>
          <ac:picMkLst>
            <pc:docMk/>
            <pc:sldMk cId="3522170488" sldId="275"/>
            <ac:picMk id="21" creationId="{44C27BC9-A02F-9A80-95A1-1F08F29FED26}"/>
          </ac:picMkLst>
        </pc:picChg>
        <pc:picChg chg="del">
          <ac:chgData name="Rich Reba" userId="8245d172-5b81-40f1-a13b-b71f02cd6700" providerId="ADAL" clId="{0379B576-713C-C64F-B429-E64478F818AE}" dt="2024-04-11T21:37:36.770" v="46" actId="478"/>
          <ac:picMkLst>
            <pc:docMk/>
            <pc:sldMk cId="3522170488" sldId="275"/>
            <ac:picMk id="22" creationId="{D3D6F069-FA09-264B-E11C-90BAFF5DC209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23" creationId="{34E9AD4B-E6C9-D6E5-A98D-DACD915330AE}"/>
          </ac:picMkLst>
        </pc:picChg>
        <pc:picChg chg="del">
          <ac:chgData name="Rich Reba" userId="8245d172-5b81-40f1-a13b-b71f02cd6700" providerId="ADAL" clId="{0379B576-713C-C64F-B429-E64478F818AE}" dt="2024-04-11T21:49:48.431" v="597" actId="478"/>
          <ac:picMkLst>
            <pc:docMk/>
            <pc:sldMk cId="3522170488" sldId="275"/>
            <ac:picMk id="25" creationId="{C609E184-B315-5279-E60B-E5CFC32A9300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28" creationId="{125C41B2-1E3E-1764-6448-E42DFFEBCFF5}"/>
          </ac:picMkLst>
        </pc:picChg>
        <pc:picChg chg="del">
          <ac:chgData name="Rich Reba" userId="8245d172-5b81-40f1-a13b-b71f02cd6700" providerId="ADAL" clId="{0379B576-713C-C64F-B429-E64478F818AE}" dt="2024-04-11T21:46:15.279" v="415" actId="478"/>
          <ac:picMkLst>
            <pc:docMk/>
            <pc:sldMk cId="3522170488" sldId="275"/>
            <ac:picMk id="29" creationId="{C903A965-4E60-A866-8E98-5EE350CD7740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31" creationId="{0DCD9D18-DAC4-DF80-E3E9-D10D7B2F3401}"/>
          </ac:picMkLst>
        </pc:picChg>
        <pc:picChg chg="del">
          <ac:chgData name="Rich Reba" userId="8245d172-5b81-40f1-a13b-b71f02cd6700" providerId="ADAL" clId="{0379B576-713C-C64F-B429-E64478F818AE}" dt="2024-04-11T21:55:28.366" v="812" actId="478"/>
          <ac:picMkLst>
            <pc:docMk/>
            <pc:sldMk cId="3522170488" sldId="275"/>
            <ac:picMk id="34" creationId="{3A262E7B-7060-E233-9DF8-F76F093BF96E}"/>
          </ac:picMkLst>
        </pc:picChg>
        <pc:picChg chg="del">
          <ac:chgData name="Rich Reba" userId="8245d172-5b81-40f1-a13b-b71f02cd6700" providerId="ADAL" clId="{0379B576-713C-C64F-B429-E64478F818AE}" dt="2024-04-11T21:37:47.276" v="58" actId="478"/>
          <ac:picMkLst>
            <pc:docMk/>
            <pc:sldMk cId="3522170488" sldId="275"/>
            <ac:picMk id="39" creationId="{63AB2AD1-3D7D-9B4C-CFB4-09F43BBDB81A}"/>
          </ac:picMkLst>
        </pc:picChg>
        <pc:picChg chg="del">
          <ac:chgData name="Rich Reba" userId="8245d172-5b81-40f1-a13b-b71f02cd6700" providerId="ADAL" clId="{0379B576-713C-C64F-B429-E64478F818AE}" dt="2024-04-11T21:39:51.413" v="124" actId="478"/>
          <ac:picMkLst>
            <pc:docMk/>
            <pc:sldMk cId="3522170488" sldId="275"/>
            <ac:picMk id="43" creationId="{4C9EA72B-51AB-C59F-81AB-C57E2C98F788}"/>
          </ac:picMkLst>
        </pc:picChg>
        <pc:picChg chg="del">
          <ac:chgData name="Rich Reba" userId="8245d172-5b81-40f1-a13b-b71f02cd6700" providerId="ADAL" clId="{0379B576-713C-C64F-B429-E64478F818AE}" dt="2024-04-11T21:44:22.846" v="318" actId="478"/>
          <ac:picMkLst>
            <pc:docMk/>
            <pc:sldMk cId="3522170488" sldId="275"/>
            <ac:picMk id="1026" creationId="{22B82921-E819-55D7-FF85-478DF5FA3AE5}"/>
          </ac:picMkLst>
        </pc:picChg>
        <pc:picChg chg="del">
          <ac:chgData name="Rich Reba" userId="8245d172-5b81-40f1-a13b-b71f02cd6700" providerId="ADAL" clId="{0379B576-713C-C64F-B429-E64478F818AE}" dt="2024-04-11T21:44:45.195" v="337" actId="478"/>
          <ac:picMkLst>
            <pc:docMk/>
            <pc:sldMk cId="3522170488" sldId="275"/>
            <ac:picMk id="1028" creationId="{24B26564-12B3-D383-009F-0305D1070076}"/>
          </ac:picMkLst>
        </pc:picChg>
        <pc:picChg chg="del">
          <ac:chgData name="Rich Reba" userId="8245d172-5b81-40f1-a13b-b71f02cd6700" providerId="ADAL" clId="{0379B576-713C-C64F-B429-E64478F818AE}" dt="2024-04-11T21:39:13.756" v="106" actId="478"/>
          <ac:picMkLst>
            <pc:docMk/>
            <pc:sldMk cId="3522170488" sldId="275"/>
            <ac:picMk id="1030" creationId="{8D498E4E-D363-5AFB-94FE-4414EA21C3E6}"/>
          </ac:picMkLst>
        </pc:picChg>
        <pc:picChg chg="del">
          <ac:chgData name="Rich Reba" userId="8245d172-5b81-40f1-a13b-b71f02cd6700" providerId="ADAL" clId="{0379B576-713C-C64F-B429-E64478F818AE}" dt="2024-04-11T21:40:17.290" v="138" actId="478"/>
          <ac:picMkLst>
            <pc:docMk/>
            <pc:sldMk cId="3522170488" sldId="275"/>
            <ac:picMk id="1032" creationId="{C1662C4E-315C-3756-F1EB-2180AB7B6E9B}"/>
          </ac:picMkLst>
        </pc:picChg>
        <pc:picChg chg="del">
          <ac:chgData name="Rich Reba" userId="8245d172-5b81-40f1-a13b-b71f02cd6700" providerId="ADAL" clId="{0379B576-713C-C64F-B429-E64478F818AE}" dt="2024-04-11T21:47:18.344" v="493" actId="478"/>
          <ac:picMkLst>
            <pc:docMk/>
            <pc:sldMk cId="3522170488" sldId="275"/>
            <ac:picMk id="1034" creationId="{52463DBF-A60F-8BBD-13E0-472FCA2B0AD8}"/>
          </ac:picMkLst>
        </pc:picChg>
        <pc:picChg chg="del">
          <ac:chgData name="Rich Reba" userId="8245d172-5b81-40f1-a13b-b71f02cd6700" providerId="ADAL" clId="{0379B576-713C-C64F-B429-E64478F818AE}" dt="2024-04-11T21:47:04.008" v="477" actId="478"/>
          <ac:picMkLst>
            <pc:docMk/>
            <pc:sldMk cId="3522170488" sldId="275"/>
            <ac:picMk id="1036" creationId="{00E3EBC7-F19E-2C4B-85EC-A53A6C240FCA}"/>
          </ac:picMkLst>
        </pc:picChg>
        <pc:picChg chg="del">
          <ac:chgData name="Rich Reba" userId="8245d172-5b81-40f1-a13b-b71f02cd6700" providerId="ADAL" clId="{0379B576-713C-C64F-B429-E64478F818AE}" dt="2024-04-11T21:46:47.062" v="460" actId="478"/>
          <ac:picMkLst>
            <pc:docMk/>
            <pc:sldMk cId="3522170488" sldId="275"/>
            <ac:picMk id="1038" creationId="{60BF8624-9CBE-27DE-DBEB-B93D0F10E074}"/>
          </ac:picMkLst>
        </pc:picChg>
        <pc:picChg chg="del">
          <ac:chgData name="Rich Reba" userId="8245d172-5b81-40f1-a13b-b71f02cd6700" providerId="ADAL" clId="{0379B576-713C-C64F-B429-E64478F818AE}" dt="2024-04-11T21:39:29.699" v="116" actId="478"/>
          <ac:picMkLst>
            <pc:docMk/>
            <pc:sldMk cId="3522170488" sldId="275"/>
            <ac:picMk id="1040" creationId="{D5B0078E-491B-AB24-CB8E-7C6EB6104969}"/>
          </ac:picMkLst>
        </pc:picChg>
        <pc:picChg chg="del">
          <ac:chgData name="Rich Reba" userId="8245d172-5b81-40f1-a13b-b71f02cd6700" providerId="ADAL" clId="{0379B576-713C-C64F-B429-E64478F818AE}" dt="2024-04-11T21:39:36.457" v="121" actId="478"/>
          <ac:picMkLst>
            <pc:docMk/>
            <pc:sldMk cId="3522170488" sldId="275"/>
            <ac:picMk id="1042" creationId="{F97C89E7-7BE8-1BE3-3D94-D31EB01791F1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44" creationId="{09D4D583-6981-864B-2851-27AB631A93DB}"/>
          </ac:picMkLst>
        </pc:picChg>
        <pc:picChg chg="del">
          <ac:chgData name="Rich Reba" userId="8245d172-5b81-40f1-a13b-b71f02cd6700" providerId="ADAL" clId="{0379B576-713C-C64F-B429-E64478F818AE}" dt="2024-04-11T21:43:36.111" v="272" actId="478"/>
          <ac:picMkLst>
            <pc:docMk/>
            <pc:sldMk cId="3522170488" sldId="275"/>
            <ac:picMk id="1046" creationId="{33568898-E417-BB09-ABE3-565D86DDCF65}"/>
          </ac:picMkLst>
        </pc:picChg>
        <pc:picChg chg="del">
          <ac:chgData name="Rich Reba" userId="8245d172-5b81-40f1-a13b-b71f02cd6700" providerId="ADAL" clId="{0379B576-713C-C64F-B429-E64478F818AE}" dt="2024-04-11T21:41:53.955" v="160" actId="478"/>
          <ac:picMkLst>
            <pc:docMk/>
            <pc:sldMk cId="3522170488" sldId="275"/>
            <ac:picMk id="1048" creationId="{18490077-A820-D3A0-F8C5-453F07631686}"/>
          </ac:picMkLst>
        </pc:picChg>
        <pc:picChg chg="del">
          <ac:chgData name="Rich Reba" userId="8245d172-5b81-40f1-a13b-b71f02cd6700" providerId="ADAL" clId="{0379B576-713C-C64F-B429-E64478F818AE}" dt="2024-04-11T21:45:26.794" v="385" actId="478"/>
          <ac:picMkLst>
            <pc:docMk/>
            <pc:sldMk cId="3522170488" sldId="275"/>
            <ac:picMk id="1050" creationId="{10878F9E-19E6-384B-430A-D439435901BA}"/>
          </ac:picMkLst>
        </pc:picChg>
        <pc:picChg chg="del">
          <ac:chgData name="Rich Reba" userId="8245d172-5b81-40f1-a13b-b71f02cd6700" providerId="ADAL" clId="{0379B576-713C-C64F-B429-E64478F818AE}" dt="2024-04-11T21:49:52.797" v="598" actId="478"/>
          <ac:picMkLst>
            <pc:docMk/>
            <pc:sldMk cId="3522170488" sldId="275"/>
            <ac:picMk id="1052" creationId="{1DEA0969-CB38-3B80-9228-EE3B3A7C3747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54" creationId="{85B7A2C2-CD43-6AAB-A7B8-4005AE026429}"/>
          </ac:picMkLst>
        </pc:picChg>
        <pc:picChg chg="del">
          <ac:chgData name="Rich Reba" userId="8245d172-5b81-40f1-a13b-b71f02cd6700" providerId="ADAL" clId="{0379B576-713C-C64F-B429-E64478F818AE}" dt="2024-04-11T21:45:03.545" v="359" actId="478"/>
          <ac:picMkLst>
            <pc:docMk/>
            <pc:sldMk cId="3522170488" sldId="275"/>
            <ac:picMk id="1056" creationId="{3F703CDB-B6BA-C3C5-9EAC-1533E5638944}"/>
          </ac:picMkLst>
        </pc:picChg>
        <pc:picChg chg="del">
          <ac:chgData name="Rich Reba" userId="8245d172-5b81-40f1-a13b-b71f02cd6700" providerId="ADAL" clId="{0379B576-713C-C64F-B429-E64478F818AE}" dt="2024-04-11T21:50:40.169" v="630" actId="478"/>
          <ac:picMkLst>
            <pc:docMk/>
            <pc:sldMk cId="3522170488" sldId="275"/>
            <ac:picMk id="1058" creationId="{B402F145-BDCF-11AA-1061-811C40DDE5AD}"/>
          </ac:picMkLst>
        </pc:picChg>
        <pc:picChg chg="del">
          <ac:chgData name="Rich Reba" userId="8245d172-5b81-40f1-a13b-b71f02cd6700" providerId="ADAL" clId="{0379B576-713C-C64F-B429-E64478F818AE}" dt="2024-04-11T21:49:04.591" v="560" actId="478"/>
          <ac:picMkLst>
            <pc:docMk/>
            <pc:sldMk cId="3522170488" sldId="275"/>
            <ac:picMk id="1060" creationId="{31CADA2D-70EA-AF80-B597-70A29AA0C4E7}"/>
          </ac:picMkLst>
        </pc:picChg>
        <pc:picChg chg="del">
          <ac:chgData name="Rich Reba" userId="8245d172-5b81-40f1-a13b-b71f02cd6700" providerId="ADAL" clId="{0379B576-713C-C64F-B429-E64478F818AE}" dt="2024-04-11T21:38:45.549" v="97" actId="478"/>
          <ac:picMkLst>
            <pc:docMk/>
            <pc:sldMk cId="3522170488" sldId="275"/>
            <ac:picMk id="1062" creationId="{7F2A0870-CA9C-3F67-20C7-6167B841DE39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64" creationId="{DD1B5DC8-CA45-1003-B949-60D33BA97E85}"/>
          </ac:picMkLst>
        </pc:picChg>
        <pc:picChg chg="del">
          <ac:chgData name="Rich Reba" userId="8245d172-5b81-40f1-a13b-b71f02cd6700" providerId="ADAL" clId="{0379B576-713C-C64F-B429-E64478F818AE}" dt="2024-04-11T21:48:28.734" v="541" actId="478"/>
          <ac:picMkLst>
            <pc:docMk/>
            <pc:sldMk cId="3522170488" sldId="275"/>
            <ac:picMk id="1066" creationId="{E44F3042-F65E-DAEF-A7B2-8531DE6DD794}"/>
          </ac:picMkLst>
        </pc:picChg>
        <pc:picChg chg="del">
          <ac:chgData name="Rich Reba" userId="8245d172-5b81-40f1-a13b-b71f02cd6700" providerId="ADAL" clId="{0379B576-713C-C64F-B429-E64478F818AE}" dt="2024-04-11T21:47:21.483" v="494" actId="478"/>
          <ac:picMkLst>
            <pc:docMk/>
            <pc:sldMk cId="3522170488" sldId="275"/>
            <ac:picMk id="1068" creationId="{47D919D6-3FB1-4050-52D0-C7A8ABB03717}"/>
          </ac:picMkLst>
        </pc:picChg>
        <pc:picChg chg="del">
          <ac:chgData name="Rich Reba" userId="8245d172-5b81-40f1-a13b-b71f02cd6700" providerId="ADAL" clId="{0379B576-713C-C64F-B429-E64478F818AE}" dt="2024-04-11T21:47:35.230" v="506" actId="478"/>
          <ac:picMkLst>
            <pc:docMk/>
            <pc:sldMk cId="3522170488" sldId="275"/>
            <ac:picMk id="1070" creationId="{13E1E8B6-6579-C366-DD6F-019781E09AC9}"/>
          </ac:picMkLst>
        </pc:picChg>
        <pc:picChg chg="del">
          <ac:chgData name="Rich Reba" userId="8245d172-5b81-40f1-a13b-b71f02cd6700" providerId="ADAL" clId="{0379B576-713C-C64F-B429-E64478F818AE}" dt="2024-04-11T21:47:49.893" v="525" actId="478"/>
          <ac:picMkLst>
            <pc:docMk/>
            <pc:sldMk cId="3522170488" sldId="275"/>
            <ac:picMk id="1072" creationId="{5202B32B-2EE1-C6F2-5CA5-DFD70953E72A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74" creationId="{83B7303A-F010-7F9D-C9C5-2AEA6ED52B74}"/>
          </ac:picMkLst>
        </pc:picChg>
        <pc:picChg chg="del">
          <ac:chgData name="Rich Reba" userId="8245d172-5b81-40f1-a13b-b71f02cd6700" providerId="ADAL" clId="{0379B576-713C-C64F-B429-E64478F818AE}" dt="2024-04-11T21:50:07.219" v="616" actId="478"/>
          <ac:picMkLst>
            <pc:docMk/>
            <pc:sldMk cId="3522170488" sldId="275"/>
            <ac:picMk id="1076" creationId="{FE2B3972-2C3E-2B0E-74F5-8D3F05256F68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78" creationId="{26C69AF8-B338-9F40-1D90-3326CD8AFE26}"/>
          </ac:picMkLst>
        </pc:picChg>
        <pc:picChg chg="del">
          <ac:chgData name="Rich Reba" userId="8245d172-5b81-40f1-a13b-b71f02cd6700" providerId="ADAL" clId="{0379B576-713C-C64F-B429-E64478F818AE}" dt="2024-04-11T21:45:13.144" v="371" actId="478"/>
          <ac:picMkLst>
            <pc:docMk/>
            <pc:sldMk cId="3522170488" sldId="275"/>
            <ac:picMk id="1080" creationId="{81F5AF04-E19F-7F02-D017-5B8CE9ADE4EF}"/>
          </ac:picMkLst>
        </pc:picChg>
        <pc:picChg chg="del">
          <ac:chgData name="Rich Reba" userId="8245d172-5b81-40f1-a13b-b71f02cd6700" providerId="ADAL" clId="{0379B576-713C-C64F-B429-E64478F818AE}" dt="2024-04-11T21:41:42.698" v="149" actId="478"/>
          <ac:picMkLst>
            <pc:docMk/>
            <pc:sldMk cId="3522170488" sldId="275"/>
            <ac:picMk id="1082" creationId="{10471A99-4F55-C8FD-1C9E-55E7B236F978}"/>
          </ac:picMkLst>
        </pc:picChg>
        <pc:picChg chg="del">
          <ac:chgData name="Rich Reba" userId="8245d172-5b81-40f1-a13b-b71f02cd6700" providerId="ADAL" clId="{0379B576-713C-C64F-B429-E64478F818AE}" dt="2024-04-11T21:38:35.315" v="85" actId="478"/>
          <ac:picMkLst>
            <pc:docMk/>
            <pc:sldMk cId="3522170488" sldId="275"/>
            <ac:picMk id="1084" creationId="{6009476F-60D9-A39B-59C4-48E1F5593554}"/>
          </ac:picMkLst>
        </pc:picChg>
        <pc:picChg chg="del">
          <ac:chgData name="Rich Reba" userId="8245d172-5b81-40f1-a13b-b71f02cd6700" providerId="ADAL" clId="{0379B576-713C-C64F-B429-E64478F818AE}" dt="2024-04-11T21:49:12.659" v="572" actId="478"/>
          <ac:picMkLst>
            <pc:docMk/>
            <pc:sldMk cId="3522170488" sldId="275"/>
            <ac:picMk id="1086" creationId="{36B22BD3-E91A-39F3-475D-2AFA525750F0}"/>
          </ac:picMkLst>
        </pc:picChg>
        <pc:picChg chg="del">
          <ac:chgData name="Rich Reba" userId="8245d172-5b81-40f1-a13b-b71f02cd6700" providerId="ADAL" clId="{0379B576-713C-C64F-B429-E64478F818AE}" dt="2024-04-11T21:46:23.365" v="427" actId="478"/>
          <ac:picMkLst>
            <pc:docMk/>
            <pc:sldMk cId="3522170488" sldId="275"/>
            <ac:picMk id="1088" creationId="{9C8A4A6E-8D72-6240-2045-0FB9088D7D4E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90" creationId="{A0150667-A61C-AF1B-BA49-4A9F70DB7C0B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92" creationId="{BB4E4617-6443-E5C9-298D-581CA561E2E1}"/>
          </ac:picMkLst>
        </pc:picChg>
        <pc:picChg chg="del">
          <ac:chgData name="Rich Reba" userId="8245d172-5b81-40f1-a13b-b71f02cd6700" providerId="ADAL" clId="{0379B576-713C-C64F-B429-E64478F818AE}" dt="2024-04-11T21:50:55.074" v="646" actId="478"/>
          <ac:picMkLst>
            <pc:docMk/>
            <pc:sldMk cId="3522170488" sldId="275"/>
            <ac:picMk id="1094" creationId="{35F8D733-5948-6E9B-B6AB-0E8276512CFA}"/>
          </ac:picMkLst>
        </pc:picChg>
        <pc:picChg chg="del">
          <ac:chgData name="Rich Reba" userId="8245d172-5b81-40f1-a13b-b71f02cd6700" providerId="ADAL" clId="{0379B576-713C-C64F-B429-E64478F818AE}" dt="2024-04-11T21:38:24.283" v="71" actId="478"/>
          <ac:picMkLst>
            <pc:docMk/>
            <pc:sldMk cId="3522170488" sldId="275"/>
            <ac:picMk id="1096" creationId="{DDE9010D-2E45-50C7-E7A5-3A962F671846}"/>
          </ac:picMkLst>
        </pc:picChg>
        <pc:picChg chg="del">
          <ac:chgData name="Rich Reba" userId="8245d172-5b81-40f1-a13b-b71f02cd6700" providerId="ADAL" clId="{0379B576-713C-C64F-B429-E64478F818AE}" dt="2024-04-11T21:49:18.015" v="574" actId="478"/>
          <ac:picMkLst>
            <pc:docMk/>
            <pc:sldMk cId="3522170488" sldId="275"/>
            <ac:picMk id="1098" creationId="{DD49DEFF-60C5-B663-D98E-D04B5028DCF6}"/>
          </ac:picMkLst>
        </pc:picChg>
      </pc:sldChg>
      <pc:sldChg chg="addSp modSp add mod">
        <pc:chgData name="Rich Reba" userId="8245d172-5b81-40f1-a13b-b71f02cd6700" providerId="ADAL" clId="{0379B576-713C-C64F-B429-E64478F818AE}" dt="2024-04-17T14:10:21.623" v="873" actId="1076"/>
        <pc:sldMkLst>
          <pc:docMk/>
          <pc:sldMk cId="0" sldId="276"/>
        </pc:sldMkLst>
        <pc:spChg chg="add mod">
          <ac:chgData name="Rich Reba" userId="8245d172-5b81-40f1-a13b-b71f02cd6700" providerId="ADAL" clId="{0379B576-713C-C64F-B429-E64478F818AE}" dt="2024-04-17T12:45:51.898" v="870" actId="1076"/>
          <ac:spMkLst>
            <pc:docMk/>
            <pc:sldMk cId="0" sldId="276"/>
            <ac:spMk id="7" creationId="{51A0AA0A-9BFA-AD6F-95EF-8A3FAA1A6CE4}"/>
          </ac:spMkLst>
        </pc:spChg>
        <pc:spChg chg="add mod">
          <ac:chgData name="Rich Reba" userId="8245d172-5b81-40f1-a13b-b71f02cd6700" providerId="ADAL" clId="{0379B576-713C-C64F-B429-E64478F818AE}" dt="2024-04-17T12:45:56.512" v="871" actId="1076"/>
          <ac:spMkLst>
            <pc:docMk/>
            <pc:sldMk cId="0" sldId="276"/>
            <ac:spMk id="8" creationId="{8879D9AC-2644-6F0C-E1E4-A7D33449DA93}"/>
          </ac:spMkLst>
        </pc:spChg>
        <pc:spChg chg="mod">
          <ac:chgData name="Rich Reba" userId="8245d172-5b81-40f1-a13b-b71f02cd6700" providerId="ADAL" clId="{0379B576-713C-C64F-B429-E64478F818AE}" dt="2024-04-17T14:10:21.623" v="873" actId="1076"/>
          <ac:spMkLst>
            <pc:docMk/>
            <pc:sldMk cId="0" sldId="276"/>
            <ac:spMk id="130" creationId="{00000000-0000-0000-0000-000000000000}"/>
          </ac:spMkLst>
        </pc:spChg>
      </pc:sldChg>
      <pc:sldMasterChg chg="modSldLayout">
        <pc:chgData name="Rich Reba" userId="8245d172-5b81-40f1-a13b-b71f02cd6700" providerId="ADAL" clId="{0379B576-713C-C64F-B429-E64478F818AE}" dt="2024-04-17T12:44:28.349" v="863" actId="20577"/>
        <pc:sldMasterMkLst>
          <pc:docMk/>
          <pc:sldMasterMk cId="3380120530" sldId="2147483661"/>
        </pc:sldMasterMkLst>
        <pc:sldLayoutChg chg="modSp mod">
          <pc:chgData name="Rich Reba" userId="8245d172-5b81-40f1-a13b-b71f02cd6700" providerId="ADAL" clId="{0379B576-713C-C64F-B429-E64478F818AE}" dt="2024-04-17T12:44:28.349" v="863" actId="20577"/>
          <pc:sldLayoutMkLst>
            <pc:docMk/>
            <pc:sldMasterMk cId="3380120530" sldId="2147483661"/>
            <pc:sldLayoutMk cId="3744718824" sldId="2147483662"/>
          </pc:sldLayoutMkLst>
          <pc:spChg chg="mod">
            <ac:chgData name="Rich Reba" userId="8245d172-5b81-40f1-a13b-b71f02cd6700" providerId="ADAL" clId="{0379B576-713C-C64F-B429-E64478F818AE}" dt="2024-04-17T12:44:28.349" v="863" actId="20577"/>
            <ac:spMkLst>
              <pc:docMk/>
              <pc:sldMasterMk cId="3380120530" sldId="2147483661"/>
              <pc:sldLayoutMk cId="3744718824" sldId="2147483662"/>
              <ac:spMk id="18" creationId="{00000000-0000-0000-0000-000000000000}"/>
            </ac:spMkLst>
          </pc:spChg>
        </pc:sldLayoutChg>
      </pc:sldMasterChg>
    </pc:docChg>
  </pc:docChgLst>
  <pc:docChgLst>
    <pc:chgData name="Rich Reba" userId="8245d172-5b81-40f1-a13b-b71f02cd6700" providerId="ADAL" clId="{261886F5-3A62-FD4F-90BF-E0636E885ECC}"/>
    <pc:docChg chg="undo custSel addSld delSld modSld sldOrd">
      <pc:chgData name="Rich Reba" userId="8245d172-5b81-40f1-a13b-b71f02cd6700" providerId="ADAL" clId="{261886F5-3A62-FD4F-90BF-E0636E885ECC}" dt="2024-09-30T13:50:17.892" v="3332" actId="20577"/>
      <pc:docMkLst>
        <pc:docMk/>
      </pc:docMkLst>
      <pc:sldChg chg="modSp mod">
        <pc:chgData name="Rich Reba" userId="8245d172-5b81-40f1-a13b-b71f02cd6700" providerId="ADAL" clId="{261886F5-3A62-FD4F-90BF-E0636E885ECC}" dt="2024-09-30T13:50:17.892" v="3332" actId="20577"/>
        <pc:sldMkLst>
          <pc:docMk/>
          <pc:sldMk cId="0" sldId="256"/>
        </pc:sldMkLst>
        <pc:spChg chg="mod">
          <ac:chgData name="Rich Reba" userId="8245d172-5b81-40f1-a13b-b71f02cd6700" providerId="ADAL" clId="{261886F5-3A62-FD4F-90BF-E0636E885ECC}" dt="2024-09-30T13:50:13.187" v="3320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Rich Reba" userId="8245d172-5b81-40f1-a13b-b71f02cd6700" providerId="ADAL" clId="{261886F5-3A62-FD4F-90BF-E0636E885ECC}" dt="2024-09-30T13:50:17.892" v="3332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mod">
        <pc:chgData name="Rich Reba" userId="8245d172-5b81-40f1-a13b-b71f02cd6700" providerId="ADAL" clId="{261886F5-3A62-FD4F-90BF-E0636E885ECC}" dt="2024-09-29T12:35:28.470" v="3295" actId="20577"/>
        <pc:sldMkLst>
          <pc:docMk/>
          <pc:sldMk cId="432933410" sldId="272"/>
        </pc:sldMkLst>
        <pc:spChg chg="add del mod">
          <ac:chgData name="Rich Reba" userId="8245d172-5b81-40f1-a13b-b71f02cd6700" providerId="ADAL" clId="{261886F5-3A62-FD4F-90BF-E0636E885ECC}" dt="2024-09-28T20:28:51.150" v="37" actId="478"/>
          <ac:spMkLst>
            <pc:docMk/>
            <pc:sldMk cId="432933410" sldId="272"/>
            <ac:spMk id="4" creationId="{8D04D4C6-A058-4E7F-0CBC-6B2A1E5540E4}"/>
          </ac:spMkLst>
        </pc:spChg>
        <pc:spChg chg="del">
          <ac:chgData name="Rich Reba" userId="8245d172-5b81-40f1-a13b-b71f02cd6700" providerId="ADAL" clId="{261886F5-3A62-FD4F-90BF-E0636E885ECC}" dt="2024-09-28T20:28:47.088" v="36" actId="478"/>
          <ac:spMkLst>
            <pc:docMk/>
            <pc:sldMk cId="432933410" sldId="272"/>
            <ac:spMk id="6" creationId="{65F082C5-A3B3-49F0-5651-B824B3A72ABF}"/>
          </ac:spMkLst>
        </pc:spChg>
        <pc:spChg chg="add del mod">
          <ac:chgData name="Rich Reba" userId="8245d172-5b81-40f1-a13b-b71f02cd6700" providerId="ADAL" clId="{261886F5-3A62-FD4F-90BF-E0636E885ECC}" dt="2024-09-28T20:28:51.150" v="37" actId="478"/>
          <ac:spMkLst>
            <pc:docMk/>
            <pc:sldMk cId="432933410" sldId="272"/>
            <ac:spMk id="7" creationId="{D80844C3-6EBE-0A5E-BD69-542B7545749D}"/>
          </ac:spMkLst>
        </pc:spChg>
        <pc:spChg chg="del">
          <ac:chgData name="Rich Reba" userId="8245d172-5b81-40f1-a13b-b71f02cd6700" providerId="ADAL" clId="{261886F5-3A62-FD4F-90BF-E0636E885ECC}" dt="2024-09-28T20:28:47.088" v="36" actId="478"/>
          <ac:spMkLst>
            <pc:docMk/>
            <pc:sldMk cId="432933410" sldId="272"/>
            <ac:spMk id="8" creationId="{000C9DE8-2999-D2EF-4C59-53F4E0E1D46B}"/>
          </ac:spMkLst>
        </pc:spChg>
        <pc:spChg chg="mod">
          <ac:chgData name="Rich Reba" userId="8245d172-5b81-40f1-a13b-b71f02cd6700" providerId="ADAL" clId="{261886F5-3A62-FD4F-90BF-E0636E885ECC}" dt="2024-09-28T21:30:33.864" v="2042" actId="20577"/>
          <ac:spMkLst>
            <pc:docMk/>
            <pc:sldMk cId="432933410" sldId="272"/>
            <ac:spMk id="96" creationId="{00000000-0000-0000-0000-000000000000}"/>
          </ac:spMkLst>
        </pc:spChg>
        <pc:graphicFrameChg chg="add mod modGraphic">
          <ac:chgData name="Rich Reba" userId="8245d172-5b81-40f1-a13b-b71f02cd6700" providerId="ADAL" clId="{261886F5-3A62-FD4F-90BF-E0636E885ECC}" dt="2024-09-29T12:35:28.470" v="3295" actId="20577"/>
          <ac:graphicFrameMkLst>
            <pc:docMk/>
            <pc:sldMk cId="432933410" sldId="272"/>
            <ac:graphicFrameMk id="9" creationId="{6C057198-E60F-5A38-571D-9A3D70C9A576}"/>
          </ac:graphicFrameMkLst>
        </pc:graphicFrameChg>
      </pc:sldChg>
      <pc:sldChg chg="delSp modSp mod">
        <pc:chgData name="Rich Reba" userId="8245d172-5b81-40f1-a13b-b71f02cd6700" providerId="ADAL" clId="{261886F5-3A62-FD4F-90BF-E0636E885ECC}" dt="2024-09-28T20:26:37.418" v="6" actId="1076"/>
        <pc:sldMkLst>
          <pc:docMk/>
          <pc:sldMk cId="3522170488" sldId="275"/>
        </pc:sldMkLst>
        <pc:spChg chg="mod">
          <ac:chgData name="Rich Reba" userId="8245d172-5b81-40f1-a13b-b71f02cd6700" providerId="ADAL" clId="{261886F5-3A62-FD4F-90BF-E0636E885ECC}" dt="2024-09-28T20:25:48.563" v="4" actId="1076"/>
          <ac:spMkLst>
            <pc:docMk/>
            <pc:sldMk cId="3522170488" sldId="275"/>
            <ac:spMk id="55" creationId="{7ED191B0-52FD-3A5D-8928-73046686886B}"/>
          </ac:spMkLst>
        </pc:spChg>
        <pc:spChg chg="mod">
          <ac:chgData name="Rich Reba" userId="8245d172-5b81-40f1-a13b-b71f02cd6700" providerId="ADAL" clId="{261886F5-3A62-FD4F-90BF-E0636E885ECC}" dt="2024-09-28T20:25:30.602" v="3" actId="1076"/>
          <ac:spMkLst>
            <pc:docMk/>
            <pc:sldMk cId="3522170488" sldId="275"/>
            <ac:spMk id="72" creationId="{642444C0-46A4-20BC-4856-F5D2FAE4ADC3}"/>
          </ac:spMkLst>
        </pc:spChg>
        <pc:spChg chg="mod">
          <ac:chgData name="Rich Reba" userId="8245d172-5b81-40f1-a13b-b71f02cd6700" providerId="ADAL" clId="{261886F5-3A62-FD4F-90BF-E0636E885ECC}" dt="2024-09-28T20:26:00.012" v="5" actId="1076"/>
          <ac:spMkLst>
            <pc:docMk/>
            <pc:sldMk cId="3522170488" sldId="275"/>
            <ac:spMk id="76" creationId="{1C62B161-75F6-C0B4-7423-E6874DBD335C}"/>
          </ac:spMkLst>
        </pc:spChg>
        <pc:spChg chg="mod">
          <ac:chgData name="Rich Reba" userId="8245d172-5b81-40f1-a13b-b71f02cd6700" providerId="ADAL" clId="{261886F5-3A62-FD4F-90BF-E0636E885ECC}" dt="2024-09-28T20:24:48.015" v="0" actId="1076"/>
          <ac:spMkLst>
            <pc:docMk/>
            <pc:sldMk cId="3522170488" sldId="275"/>
            <ac:spMk id="85" creationId="{59BD8C92-5125-83E4-9699-69CE4D3588B3}"/>
          </ac:spMkLst>
        </pc:spChg>
        <pc:spChg chg="del">
          <ac:chgData name="Rich Reba" userId="8245d172-5b81-40f1-a13b-b71f02cd6700" providerId="ADAL" clId="{261886F5-3A62-FD4F-90BF-E0636E885ECC}" dt="2024-09-28T20:25:13.296" v="2" actId="478"/>
          <ac:spMkLst>
            <pc:docMk/>
            <pc:sldMk cId="3522170488" sldId="275"/>
            <ac:spMk id="89" creationId="{C73A75C5-4723-4E9E-7DB7-5D7A3448CEF3}"/>
          </ac:spMkLst>
        </pc:spChg>
        <pc:spChg chg="mod">
          <ac:chgData name="Rich Reba" userId="8245d172-5b81-40f1-a13b-b71f02cd6700" providerId="ADAL" clId="{261886F5-3A62-FD4F-90BF-E0636E885ECC}" dt="2024-09-28T20:26:37.418" v="6" actId="1076"/>
          <ac:spMkLst>
            <pc:docMk/>
            <pc:sldMk cId="3522170488" sldId="275"/>
            <ac:spMk id="91" creationId="{54A5DA03-E9C5-2671-7815-A009FA08D222}"/>
          </ac:spMkLst>
        </pc:spChg>
        <pc:spChg chg="mod">
          <ac:chgData name="Rich Reba" userId="8245d172-5b81-40f1-a13b-b71f02cd6700" providerId="ADAL" clId="{261886F5-3A62-FD4F-90BF-E0636E885ECC}" dt="2024-09-28T20:25:11.717" v="1" actId="1076"/>
          <ac:spMkLst>
            <pc:docMk/>
            <pc:sldMk cId="3522170488" sldId="275"/>
            <ac:spMk id="92" creationId="{46C24D71-D063-4B6A-21EB-B5FA6EA3DBA1}"/>
          </ac:spMkLst>
        </pc:spChg>
      </pc:sldChg>
      <pc:sldChg chg="add">
        <pc:chgData name="Rich Reba" userId="8245d172-5b81-40f1-a13b-b71f02cd6700" providerId="ADAL" clId="{261886F5-3A62-FD4F-90BF-E0636E885ECC}" dt="2024-09-28T20:27:59.568" v="7"/>
        <pc:sldMkLst>
          <pc:docMk/>
          <pc:sldMk cId="93773562" sldId="277"/>
        </pc:sldMkLst>
      </pc:sldChg>
      <pc:sldChg chg="modSp add mod ord">
        <pc:chgData name="Rich Reba" userId="8245d172-5b81-40f1-a13b-b71f02cd6700" providerId="ADAL" clId="{261886F5-3A62-FD4F-90BF-E0636E885ECC}" dt="2024-09-29T12:30:58.396" v="3274" actId="20577"/>
        <pc:sldMkLst>
          <pc:docMk/>
          <pc:sldMk cId="3191477784" sldId="278"/>
        </pc:sldMkLst>
        <pc:spChg chg="mod">
          <ac:chgData name="Rich Reba" userId="8245d172-5b81-40f1-a13b-b71f02cd6700" providerId="ADAL" clId="{261886F5-3A62-FD4F-90BF-E0636E885ECC}" dt="2024-09-29T12:30:58.396" v="3274" actId="20577"/>
          <ac:spMkLst>
            <pc:docMk/>
            <pc:sldMk cId="3191477784" sldId="278"/>
            <ac:spMk id="96" creationId="{9F6FA6DB-FE7A-703A-C238-17DF34E413ED}"/>
          </ac:spMkLst>
        </pc:spChg>
        <pc:graphicFrameChg chg="mod modGraphic">
          <ac:chgData name="Rich Reba" userId="8245d172-5b81-40f1-a13b-b71f02cd6700" providerId="ADAL" clId="{261886F5-3A62-FD4F-90BF-E0636E885ECC}" dt="2024-09-28T22:06:01.355" v="3246" actId="113"/>
          <ac:graphicFrameMkLst>
            <pc:docMk/>
            <pc:sldMk cId="3191477784" sldId="278"/>
            <ac:graphicFrameMk id="9" creationId="{50F6D2DD-C564-F70E-734B-A79A1D1DA7EC}"/>
          </ac:graphicFrameMkLst>
        </pc:graphicFrameChg>
      </pc:sldChg>
      <pc:sldChg chg="modSp add mod ord">
        <pc:chgData name="Rich Reba" userId="8245d172-5b81-40f1-a13b-b71f02cd6700" providerId="ADAL" clId="{261886F5-3A62-FD4F-90BF-E0636E885ECC}" dt="2024-09-29T12:31:30.566" v="3294" actId="20577"/>
        <pc:sldMkLst>
          <pc:docMk/>
          <pc:sldMk cId="1384524785" sldId="279"/>
        </pc:sldMkLst>
        <pc:spChg chg="mod">
          <ac:chgData name="Rich Reba" userId="8245d172-5b81-40f1-a13b-b71f02cd6700" providerId="ADAL" clId="{261886F5-3A62-FD4F-90BF-E0636E885ECC}" dt="2024-09-29T12:31:30.566" v="3294" actId="20577"/>
          <ac:spMkLst>
            <pc:docMk/>
            <pc:sldMk cId="1384524785" sldId="279"/>
            <ac:spMk id="96" creationId="{4CF84931-9256-98BF-24B8-28FB306C7A00}"/>
          </ac:spMkLst>
        </pc:spChg>
        <pc:graphicFrameChg chg="mod modGraphic">
          <ac:chgData name="Rich Reba" userId="8245d172-5b81-40f1-a13b-b71f02cd6700" providerId="ADAL" clId="{261886F5-3A62-FD4F-90BF-E0636E885ECC}" dt="2024-09-28T22:05:42.958" v="3244" actId="113"/>
          <ac:graphicFrameMkLst>
            <pc:docMk/>
            <pc:sldMk cId="1384524785" sldId="279"/>
            <ac:graphicFrameMk id="9" creationId="{B152AF2C-F28A-A798-F0EA-56EA95A83265}"/>
          </ac:graphicFrameMkLst>
        </pc:graphicFrameChg>
      </pc:sldChg>
      <pc:sldChg chg="add del">
        <pc:chgData name="Rich Reba" userId="8245d172-5b81-40f1-a13b-b71f02cd6700" providerId="ADAL" clId="{261886F5-3A62-FD4F-90BF-E0636E885ECC}" dt="2024-09-29T12:40:17.240" v="3297" actId="2696"/>
        <pc:sldMkLst>
          <pc:docMk/>
          <pc:sldMk cId="1911710605" sldId="280"/>
        </pc:sldMkLst>
      </pc:sldChg>
    </pc:docChg>
  </pc:docChgLst>
  <pc:docChgLst>
    <pc:chgData name="Rich Reba" userId="8245d172-5b81-40f1-a13b-b71f02cd6700" providerId="ADAL" clId="{3D8925B1-4157-1B41-B629-C189FB577EDD}"/>
    <pc:docChg chg="custSel addSld delSld modSld">
      <pc:chgData name="Rich Reba" userId="8245d172-5b81-40f1-a13b-b71f02cd6700" providerId="ADAL" clId="{3D8925B1-4157-1B41-B629-C189FB577EDD}" dt="2024-10-01T01:33:36.314" v="134" actId="20577"/>
      <pc:docMkLst>
        <pc:docMk/>
      </pc:docMkLst>
      <pc:sldChg chg="modSp mod">
        <pc:chgData name="Rich Reba" userId="8245d172-5b81-40f1-a13b-b71f02cd6700" providerId="ADAL" clId="{3D8925B1-4157-1B41-B629-C189FB577EDD}" dt="2024-09-30T16:21:39.342" v="22" actId="20577"/>
        <pc:sldMkLst>
          <pc:docMk/>
          <pc:sldMk cId="0" sldId="256"/>
        </pc:sldMkLst>
        <pc:spChg chg="mod">
          <ac:chgData name="Rich Reba" userId="8245d172-5b81-40f1-a13b-b71f02cd6700" providerId="ADAL" clId="{3D8925B1-4157-1B41-B629-C189FB577EDD}" dt="2024-09-30T16:21:39.342" v="22" actId="20577"/>
          <ac:spMkLst>
            <pc:docMk/>
            <pc:sldMk cId="0" sldId="256"/>
            <ac:spMk id="90" creationId="{00000000-0000-0000-0000-000000000000}"/>
          </ac:spMkLst>
        </pc:spChg>
      </pc:sldChg>
      <pc:sldChg chg="addSp modSp add del mod">
        <pc:chgData name="Rich Reba" userId="8245d172-5b81-40f1-a13b-b71f02cd6700" providerId="ADAL" clId="{3D8925B1-4157-1B41-B629-C189FB577EDD}" dt="2024-10-01T01:31:30.482" v="44" actId="14100"/>
        <pc:sldMkLst>
          <pc:docMk/>
          <pc:sldMk cId="3187144136" sldId="270"/>
        </pc:sldMkLst>
        <pc:spChg chg="add mod">
          <ac:chgData name="Rich Reba" userId="8245d172-5b81-40f1-a13b-b71f02cd6700" providerId="ADAL" clId="{3D8925B1-4157-1B41-B629-C189FB577EDD}" dt="2024-10-01T01:31:30.482" v="44" actId="14100"/>
          <ac:spMkLst>
            <pc:docMk/>
            <pc:sldMk cId="3187144136" sldId="270"/>
            <ac:spMk id="5" creationId="{17A51B63-1FA2-044B-0E73-797D711315A9}"/>
          </ac:spMkLst>
        </pc:spChg>
        <pc:spChg chg="add mod">
          <ac:chgData name="Rich Reba" userId="8245d172-5b81-40f1-a13b-b71f02cd6700" providerId="ADAL" clId="{3D8925B1-4157-1B41-B629-C189FB577EDD}" dt="2024-10-01T01:30:40.963" v="39" actId="14100"/>
          <ac:spMkLst>
            <pc:docMk/>
            <pc:sldMk cId="3187144136" sldId="270"/>
            <ac:spMk id="6" creationId="{C8C8D640-8E55-5B5A-0226-B19D2465DA80}"/>
          </ac:spMkLst>
        </pc:spChg>
        <pc:spChg chg="add mod">
          <ac:chgData name="Rich Reba" userId="8245d172-5b81-40f1-a13b-b71f02cd6700" providerId="ADAL" clId="{3D8925B1-4157-1B41-B629-C189FB577EDD}" dt="2024-10-01T01:30:47.516" v="41" actId="14100"/>
          <ac:spMkLst>
            <pc:docMk/>
            <pc:sldMk cId="3187144136" sldId="270"/>
            <ac:spMk id="7" creationId="{44ED612F-D3C6-DC64-2794-20122DC147B4}"/>
          </ac:spMkLst>
        </pc:spChg>
      </pc:sldChg>
      <pc:sldChg chg="modSp add del mod">
        <pc:chgData name="Rich Reba" userId="8245d172-5b81-40f1-a13b-b71f02cd6700" providerId="ADAL" clId="{3D8925B1-4157-1B41-B629-C189FB577EDD}" dt="2024-10-01T01:33:10.245" v="73" actId="20577"/>
        <pc:sldMkLst>
          <pc:docMk/>
          <pc:sldMk cId="432933410" sldId="272"/>
        </pc:sldMkLst>
        <pc:spChg chg="mod">
          <ac:chgData name="Rich Reba" userId="8245d172-5b81-40f1-a13b-b71f02cd6700" providerId="ADAL" clId="{3D8925B1-4157-1B41-B629-C189FB577EDD}" dt="2024-10-01T01:32:57.742" v="64" actId="20577"/>
          <ac:spMkLst>
            <pc:docMk/>
            <pc:sldMk cId="432933410" sldId="272"/>
            <ac:spMk id="96" creationId="{00000000-0000-0000-0000-000000000000}"/>
          </ac:spMkLst>
        </pc:spChg>
        <pc:graphicFrameChg chg="modGraphic">
          <ac:chgData name="Rich Reba" userId="8245d172-5b81-40f1-a13b-b71f02cd6700" providerId="ADAL" clId="{3D8925B1-4157-1B41-B629-C189FB577EDD}" dt="2024-10-01T01:33:10.245" v="73" actId="20577"/>
          <ac:graphicFrameMkLst>
            <pc:docMk/>
            <pc:sldMk cId="432933410" sldId="272"/>
            <ac:graphicFrameMk id="9" creationId="{6C057198-E60F-5A38-571D-9A3D70C9A576}"/>
          </ac:graphicFrameMkLst>
        </pc:graphicFrameChg>
      </pc:sldChg>
      <pc:sldChg chg="modSp add del mod">
        <pc:chgData name="Rich Reba" userId="8245d172-5b81-40f1-a13b-b71f02cd6700" providerId="ADAL" clId="{3D8925B1-4157-1B41-B629-C189FB577EDD}" dt="2024-10-01T01:30:13.131" v="33" actId="208"/>
        <pc:sldMkLst>
          <pc:docMk/>
          <pc:sldMk cId="1656586467" sldId="274"/>
        </pc:sldMkLst>
        <pc:spChg chg="mod">
          <ac:chgData name="Rich Reba" userId="8245d172-5b81-40f1-a13b-b71f02cd6700" providerId="ADAL" clId="{3D8925B1-4157-1B41-B629-C189FB577EDD}" dt="2024-10-01T01:30:13.131" v="33" actId="208"/>
          <ac:spMkLst>
            <pc:docMk/>
            <pc:sldMk cId="1656586467" sldId="274"/>
            <ac:spMk id="4" creationId="{B9064C34-40EA-C253-0D0E-C0C13C469F4C}"/>
          </ac:spMkLst>
        </pc:spChg>
      </pc:sldChg>
      <pc:sldChg chg="del">
        <pc:chgData name="Rich Reba" userId="8245d172-5b81-40f1-a13b-b71f02cd6700" providerId="ADAL" clId="{3D8925B1-4157-1B41-B629-C189FB577EDD}" dt="2024-09-30T16:22:12.185" v="26" actId="2696"/>
        <pc:sldMkLst>
          <pc:docMk/>
          <pc:sldMk cId="2722867265" sldId="274"/>
        </pc:sldMkLst>
      </pc:sldChg>
      <pc:sldChg chg="del">
        <pc:chgData name="Rich Reba" userId="8245d172-5b81-40f1-a13b-b71f02cd6700" providerId="ADAL" clId="{3D8925B1-4157-1B41-B629-C189FB577EDD}" dt="2024-09-30T16:21:44.544" v="23" actId="2696"/>
        <pc:sldMkLst>
          <pc:docMk/>
          <pc:sldMk cId="3522170488" sldId="275"/>
        </pc:sldMkLst>
      </pc:sldChg>
      <pc:sldChg chg="del">
        <pc:chgData name="Rich Reba" userId="8245d172-5b81-40f1-a13b-b71f02cd6700" providerId="ADAL" clId="{3D8925B1-4157-1B41-B629-C189FB577EDD}" dt="2024-09-30T16:22:12.188" v="27" actId="2696"/>
        <pc:sldMkLst>
          <pc:docMk/>
          <pc:sldMk cId="0" sldId="276"/>
        </pc:sldMkLst>
      </pc:sldChg>
      <pc:sldChg chg="modSp mod">
        <pc:chgData name="Rich Reba" userId="8245d172-5b81-40f1-a13b-b71f02cd6700" providerId="ADAL" clId="{3D8925B1-4157-1B41-B629-C189FB577EDD}" dt="2024-10-01T01:33:36.314" v="134" actId="20577"/>
        <pc:sldMkLst>
          <pc:docMk/>
          <pc:sldMk cId="93773562" sldId="277"/>
        </pc:sldMkLst>
        <pc:spChg chg="mod">
          <ac:chgData name="Rich Reba" userId="8245d172-5b81-40f1-a13b-b71f02cd6700" providerId="ADAL" clId="{3D8925B1-4157-1B41-B629-C189FB577EDD}" dt="2024-10-01T01:33:36.314" v="134" actId="20577"/>
          <ac:spMkLst>
            <pc:docMk/>
            <pc:sldMk cId="93773562" sldId="277"/>
            <ac:spMk id="96" creationId="{00000000-0000-0000-0000-000000000000}"/>
          </ac:spMkLst>
        </pc:spChg>
      </pc:sldChg>
      <pc:sldChg chg="del">
        <pc:chgData name="Rich Reba" userId="8245d172-5b81-40f1-a13b-b71f02cd6700" providerId="ADAL" clId="{3D8925B1-4157-1B41-B629-C189FB577EDD}" dt="2024-09-30T16:22:12.182" v="25" actId="2696"/>
        <pc:sldMkLst>
          <pc:docMk/>
          <pc:sldMk cId="3191477784" sldId="278"/>
        </pc:sldMkLst>
      </pc:sldChg>
      <pc:sldChg chg="del">
        <pc:chgData name="Rich Reba" userId="8245d172-5b81-40f1-a13b-b71f02cd6700" providerId="ADAL" clId="{3D8925B1-4157-1B41-B629-C189FB577EDD}" dt="2024-09-30T16:22:12.177" v="24" actId="2696"/>
        <pc:sldMkLst>
          <pc:docMk/>
          <pc:sldMk cId="138452478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56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433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0133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53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471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82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853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122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19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64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93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825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86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05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7825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2640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9562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7137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1803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2062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9772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3232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069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28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01205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7725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Open Knowledge Sharing Plan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September 30, 2024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AD78C72-379A-E1B5-EFA1-9131465029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838199" y="142503"/>
            <a:ext cx="8950569" cy="159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Impact Strategy</a:t>
            </a:r>
            <a:br>
              <a:rPr lang="en-US" dirty="0"/>
            </a:br>
            <a:r>
              <a:rPr lang="en-US" sz="2400" i="1" dirty="0"/>
              <a:t>Exponential Improvements in the Tech Services Industry</a:t>
            </a:r>
            <a:endParaRPr i="1" dirty="0"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t="2408" r="18813"/>
          <a:stretch/>
        </p:blipFill>
        <p:spPr>
          <a:xfrm>
            <a:off x="1073220" y="2076056"/>
            <a:ext cx="10565973" cy="436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5"/>
          <p:cNvCxnSpPr/>
          <p:nvPr/>
        </p:nvCxnSpPr>
        <p:spPr>
          <a:xfrm>
            <a:off x="4421187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/>
          <p:nvPr/>
        </p:nvCxnSpPr>
        <p:spPr>
          <a:xfrm>
            <a:off x="8136080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5"/>
          <p:cNvSpPr txBox="1"/>
          <p:nvPr/>
        </p:nvSpPr>
        <p:spPr>
          <a:xfrm>
            <a:off x="1051955" y="2076056"/>
            <a:ext cx="3241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Pack a Snowball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293588" y="2076056"/>
            <a:ext cx="40019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Roll it Downhill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8167975" y="2076056"/>
            <a:ext cx="34499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Trigger an Avalanche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179826" y="2812327"/>
            <a:ext cx="324163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1,000 Collaborators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Viral Ideas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Generative Learning:  Prioritize Industry Challenges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Compounding Innovation: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3 Patron Organizations</a:t>
            </a:r>
          </a:p>
        </p:txBody>
      </p:sp>
      <p:sp>
        <p:nvSpPr>
          <p:cNvPr id="129" name="Google Shape;129;p5"/>
          <p:cNvSpPr txBox="1"/>
          <p:nvPr/>
        </p:nvSpPr>
        <p:spPr>
          <a:xfrm>
            <a:off x="4507675" y="2812327"/>
            <a:ext cx="410193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3,000 Collaborators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30 Viral Ideas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Generative Learning:  Explore Exponential Solutions to Challenges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Compounding Innovation: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10 Patron Organizations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00753" y="2812327"/>
            <a:ext cx="365021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Network Effects: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10,000 Collaborators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100 Viral Ideas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Generative Learning:  Scale Solutions Across the Industry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Compounding Innovation: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30 Patron Organizations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3F706-F21B-C4E5-89FE-6AD1081A3B22}"/>
              </a:ext>
            </a:extLst>
          </p:cNvPr>
          <p:cNvSpPr txBox="1"/>
          <p:nvPr/>
        </p:nvSpPr>
        <p:spPr>
          <a:xfrm>
            <a:off x="1197995" y="1551355"/>
            <a:ext cx="10451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These exponential improvements in Tech Services industry production inputs will yield exponentially better industry outputs and 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outcomes. This will become more self-evident as each exponential solution is proven and then scaled virally across the industry.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E7CC-A43F-F841-1206-B147ACBCCB27}"/>
              </a:ext>
            </a:extLst>
          </p:cNvPr>
          <p:cNvSpPr/>
          <p:nvPr/>
        </p:nvSpPr>
        <p:spPr>
          <a:xfrm>
            <a:off x="144411" y="2812327"/>
            <a:ext cx="938205" cy="667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Professional Networking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64C34-40EA-C253-0D0E-C0C13C469F4C}"/>
              </a:ext>
            </a:extLst>
          </p:cNvPr>
          <p:cNvSpPr/>
          <p:nvPr/>
        </p:nvSpPr>
        <p:spPr>
          <a:xfrm>
            <a:off x="144411" y="3624698"/>
            <a:ext cx="938205" cy="10748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Open Knowledge Sharing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D20BC-CB04-64F2-3AD7-DD7C18E0B798}"/>
              </a:ext>
            </a:extLst>
          </p:cNvPr>
          <p:cNvSpPr/>
          <p:nvPr/>
        </p:nvSpPr>
        <p:spPr>
          <a:xfrm>
            <a:off x="144411" y="4844223"/>
            <a:ext cx="938205" cy="1107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Industry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</a:b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Innovation</a:t>
            </a:r>
          </a:p>
        </p:txBody>
      </p:sp>
      <p:sp>
        <p:nvSpPr>
          <p:cNvPr id="6" name="Google Shape;9;p8">
            <a:extLst>
              <a:ext uri="{FF2B5EF4-FFF2-40B4-BE49-F238E27FC236}">
                <a16:creationId xmlns:a16="http://schemas.microsoft.com/office/drawing/2014/main" id="{CF348359-6A33-94C2-7023-E826A712A5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Proprietary and Confidential Information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83E72-5712-6890-5BCF-A96C3035781E}"/>
              </a:ext>
            </a:extLst>
          </p:cNvPr>
          <p:cNvSpPr txBox="1"/>
          <p:nvPr/>
        </p:nvSpPr>
        <p:spPr>
          <a:xfrm>
            <a:off x="257598" y="249374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65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Services and Benefits</a:t>
            </a:r>
            <a:endParaRPr sz="32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671951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2024+</a:t>
            </a:r>
          </a:p>
          <a:p>
            <a:r>
              <a:rPr lang="en-US" sz="1800" b="1" dirty="0"/>
              <a:t>Professional Networking</a:t>
            </a:r>
          </a:p>
          <a:p>
            <a:pPr lvl="1"/>
            <a:r>
              <a:rPr lang="en-US" sz="1400" dirty="0"/>
              <a:t>Collaborators get exposure to other professionals with a common interest in helping the tech services industry</a:t>
            </a:r>
          </a:p>
          <a:p>
            <a:pPr lvl="1"/>
            <a:r>
              <a:rPr lang="en-US" sz="1400" dirty="0"/>
              <a:t>Collaborators impress potential clients and employers by contributing to a non-profit that benefits the tech services industry</a:t>
            </a:r>
          </a:p>
          <a:p>
            <a:r>
              <a:rPr lang="en-US" sz="1800" b="1" dirty="0"/>
              <a:t>Open Knowledge Sharing</a:t>
            </a:r>
          </a:p>
          <a:p>
            <a:pPr lvl="1"/>
            <a:r>
              <a:rPr lang="en-US" sz="1400" dirty="0"/>
              <a:t>Collaborators bounce relevant ideas off the consortium network, and benefit from ideas shared by others in the network</a:t>
            </a:r>
          </a:p>
          <a:p>
            <a:pPr lvl="1"/>
            <a:r>
              <a:rPr lang="en-US" sz="1400" dirty="0"/>
              <a:t>Consortium leaders and paid subscribers impress potential clients and employers by helping to curate the AccelRR8 Body of Knowledge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893336-EFAD-8F8D-95B1-96F54358F6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9" y="1825625"/>
            <a:ext cx="5584372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2025+</a:t>
            </a:r>
          </a:p>
          <a:p>
            <a:r>
              <a:rPr lang="en-US" sz="1800" b="1" dirty="0"/>
              <a:t>Industry Innovation</a:t>
            </a:r>
            <a:br>
              <a:rPr lang="en-US" sz="1800" b="1" dirty="0"/>
            </a:br>
            <a:r>
              <a:rPr lang="en-US" sz="1400" dirty="0"/>
              <a:t>Patron organizations begin investing to explore potential solutions for priority challenges</a:t>
            </a:r>
          </a:p>
          <a:p>
            <a:r>
              <a:rPr lang="en-US" sz="1800" b="1" dirty="0"/>
              <a:t>Open Knowledge Sharing </a:t>
            </a:r>
            <a:br>
              <a:rPr lang="en-US" sz="1800" b="1" dirty="0"/>
            </a:br>
            <a:r>
              <a:rPr lang="en-US" sz="1400" dirty="0"/>
              <a:t>Paid subscribers impress potential clients and employers by publishing synopses of potential challenges, and exponential solutions to priority challenges, in the AccelRR8 Body of Knowledge</a:t>
            </a:r>
            <a:endParaRPr lang="en-US" dirty="0"/>
          </a:p>
          <a:p>
            <a:pPr marL="114300" indent="0">
              <a:spcBef>
                <a:spcPts val="1500"/>
              </a:spcBef>
              <a:buNone/>
            </a:pPr>
            <a:r>
              <a:rPr lang="en-US" dirty="0"/>
              <a:t>2026+</a:t>
            </a:r>
          </a:p>
          <a:p>
            <a:r>
              <a:rPr lang="en-US" sz="1800" b="1" dirty="0"/>
              <a:t>Industry Innovation  </a:t>
            </a:r>
            <a:br>
              <a:rPr lang="en-US" sz="1800" b="1" dirty="0"/>
            </a:br>
            <a:r>
              <a:rPr lang="en-US" sz="1400" dirty="0"/>
              <a:t>Patron organizations invest to scale proven solutions for priority challenges across the industry</a:t>
            </a:r>
          </a:p>
          <a:p>
            <a:r>
              <a:rPr lang="en-US" sz="1800" b="1" dirty="0"/>
              <a:t>Open Knowledge Sharing</a:t>
            </a:r>
            <a:br>
              <a:rPr lang="en-US" sz="1800" b="1" dirty="0"/>
            </a:br>
            <a:r>
              <a:rPr lang="en-US" sz="1400" dirty="0"/>
              <a:t>Paid subscribers publish synopses of proven exponential solutions to priority challenges in the AccelRR8 Body of Knowledge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Google Shape;9;p8">
            <a:extLst>
              <a:ext uri="{FF2B5EF4-FFF2-40B4-BE49-F238E27FC236}">
                <a16:creationId xmlns:a16="http://schemas.microsoft.com/office/drawing/2014/main" id="{08217BC1-7953-7479-12F3-ACC0B3E653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Proprietary and Confidential Information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51B63-1FA2-044B-0E73-797D711315A9}"/>
              </a:ext>
            </a:extLst>
          </p:cNvPr>
          <p:cNvSpPr/>
          <p:nvPr/>
        </p:nvSpPr>
        <p:spPr>
          <a:xfrm>
            <a:off x="838199" y="4133589"/>
            <a:ext cx="4671951" cy="172859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8D640-8E55-5B5A-0226-B19D2465DA80}"/>
              </a:ext>
            </a:extLst>
          </p:cNvPr>
          <p:cNvSpPr/>
          <p:nvPr/>
        </p:nvSpPr>
        <p:spPr>
          <a:xfrm>
            <a:off x="6274495" y="3043825"/>
            <a:ext cx="5482076" cy="9269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D612F-D3C6-DC64-2794-20122DC147B4}"/>
              </a:ext>
            </a:extLst>
          </p:cNvPr>
          <p:cNvSpPr/>
          <p:nvPr/>
        </p:nvSpPr>
        <p:spPr>
          <a:xfrm>
            <a:off x="6274495" y="5160723"/>
            <a:ext cx="5482076" cy="70145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Paid Subscribers</a:t>
            </a:r>
            <a:br>
              <a:rPr lang="en-US" dirty="0"/>
            </a:br>
            <a:r>
              <a:rPr lang="en-US" sz="2800" dirty="0"/>
              <a:t>Elevator Pitch / FAQs – TBD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80ABFF8-4C01-7B33-27D3-75C1CC40892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57198-E60F-5A38-571D-9A3D70C9A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71728"/>
              </p:ext>
            </p:extLst>
          </p:nvPr>
        </p:nvGraphicFramePr>
        <p:xfrm>
          <a:off x="1585331" y="1929162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070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6323360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TBD?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93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Open Knowledge Sharing</a:t>
            </a:r>
            <a:br>
              <a:rPr lang="en-US" dirty="0"/>
            </a:br>
            <a:r>
              <a:rPr lang="en-US" sz="3100" dirty="0"/>
              <a:t>Idea: Webinars with Influencers to increase </a:t>
            </a:r>
            <a:br>
              <a:rPr lang="en-US" sz="3100" dirty="0"/>
            </a:br>
            <a:r>
              <a:rPr lang="en-US" sz="3100" dirty="0"/>
              <a:t>visibility and expand reach – recordings are included in the AccelRR8 Body </a:t>
            </a:r>
            <a:r>
              <a:rPr lang="en-US" sz="3100"/>
              <a:t>of Knowledge</a:t>
            </a:r>
            <a:endParaRPr sz="2200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F082C5-A3B3-49F0-5651-B824B3A7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>
              <a:effectLst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Webinars followed by crowd chats (of some sort) where we feature influencers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Overall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Rich Reba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Sean Moore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AI / ML / DL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David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Levitch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Christian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Ulstrup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Compounding Innovation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Thought Leaders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Professor Sawhney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Eric Reis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Gene Kim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 Neue" panose="02000503000000020004" pitchFamily="2" charset="0"/>
              </a:rPr>
              <a:t>Mik</a:t>
            </a:r>
            <a:r>
              <a:rPr lang="en-US" dirty="0">
                <a:effectLst/>
                <a:latin typeface="Helvetica Neue" panose="02000503000000020004" pitchFamily="2" charset="0"/>
              </a:rPr>
              <a:t> Kersten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Simon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Wardley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Product Leaders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Ravi Puri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CTOs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Sreedhar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Kajeepeta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Dan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Hushon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Yogesh Khanna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Carl Kinson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0C9DE8-2999-D2EF-4C59-53F4E0E1D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endParaRPr lang="en-US" sz="1200" dirty="0">
              <a:latin typeface="Helvetica Neue" panose="02000503000000020004" pitchFamily="2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Helvetica Neue" panose="02000503000000020004" pitchFamily="2" charset="0"/>
              </a:rPr>
              <a:t>Platform Effects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James Currier / NFX guys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Dave </a:t>
            </a:r>
            <a:r>
              <a:rPr lang="en-US" sz="1100" dirty="0" err="1">
                <a:effectLst/>
                <a:latin typeface="Helvetica Neue" panose="02000503000000020004" pitchFamily="2" charset="0"/>
              </a:rPr>
              <a:t>Moschella</a:t>
            </a:r>
            <a:r>
              <a:rPr lang="en-US" sz="1100" dirty="0">
                <a:effectLst/>
                <a:latin typeface="Helvetica Neue" panose="02000503000000020004" pitchFamily="2" charset="0"/>
              </a:rPr>
              <a:t> / LEF guys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Helvetica Neue" panose="02000503000000020004" pitchFamily="2" charset="0"/>
              </a:rPr>
              <a:t>Viral Ideation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Josh Elmer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John Furrier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Helvetica Neue" panose="02000503000000020004" pitchFamily="2" charset="0"/>
              </a:rPr>
              <a:t>Agile Team Learning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Gen. McChrystal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Dean Leffingwell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Helvetica Neue" panose="02000503000000020004" pitchFamily="2" charset="0"/>
              </a:rPr>
              <a:t>Someone from PMI (Caroline’s connection)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80ABFF8-4C01-7B33-27D3-75C1CC40892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7735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16110</TotalTime>
  <Words>479</Words>
  <Application>Microsoft Macintosh PowerPoint</Application>
  <PresentationFormat>Widescreen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Helvetica Neue</vt:lpstr>
      <vt:lpstr>1_Office Theme</vt:lpstr>
      <vt:lpstr>2_Office Theme</vt:lpstr>
      <vt:lpstr>  AccelRR8 Consortium NonProfit Open Knowledge Sharing Plan </vt:lpstr>
      <vt:lpstr>Consortium Impact Strategy Exponential Improvements in the Tech Services Industry</vt:lpstr>
      <vt:lpstr>Services and Benefits</vt:lpstr>
      <vt:lpstr>Messages to Paid Subscribers Elevator Pitch / FAQs – TBD</vt:lpstr>
      <vt:lpstr>Open Knowledge Sharing Idea: Webinars with Influencers to increase  visibility and expand reach – recordings are included in the AccelRR8 Body of Knowledge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137</cp:revision>
  <cp:lastPrinted>2024-04-08T14:25:23Z</cp:lastPrinted>
  <dcterms:created xsi:type="dcterms:W3CDTF">2023-08-22T19:09:59Z</dcterms:created>
  <dcterms:modified xsi:type="dcterms:W3CDTF">2024-10-01T01:33:37Z</dcterms:modified>
</cp:coreProperties>
</file>