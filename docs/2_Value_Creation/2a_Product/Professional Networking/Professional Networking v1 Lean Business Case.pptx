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66" r:id="rId6"/>
    <p:sldId id="279" r:id="rId7"/>
    <p:sldId id="276" r:id="rId8"/>
    <p:sldId id="277" r:id="rId9"/>
    <p:sldId id="268" r:id="rId10"/>
    <p:sldId id="269" r:id="rId11"/>
    <p:sldId id="270" r:id="rId12"/>
    <p:sldId id="271" r:id="rId13"/>
    <p:sldId id="272" r:id="rId14"/>
    <p:sldId id="281"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8F1AF-C3AC-A441-B0A6-C34DB2CDE3D6}" v="46" dt="2024-11-01T19:12:20.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49"/>
    <p:restoredTop sz="95706"/>
  </p:normalViewPr>
  <p:slideViewPr>
    <p:cSldViewPr snapToGrid="0">
      <p:cViewPr varScale="1">
        <p:scale>
          <a:sx n="108" d="100"/>
          <a:sy n="108" d="100"/>
        </p:scale>
        <p:origin x="50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8245d172-5b81-40f1-a13b-b71f02cd6700" providerId="ADAL" clId="{4AB8F1AF-C3AC-A441-B0A6-C34DB2CDE3D6}"/>
    <pc:docChg chg="undo custSel addSld delSld modSld">
      <pc:chgData name="Rich Reba" userId="8245d172-5b81-40f1-a13b-b71f02cd6700" providerId="ADAL" clId="{4AB8F1AF-C3AC-A441-B0A6-C34DB2CDE3D6}" dt="2024-11-01T20:28:33.321" v="2240" actId="20577"/>
      <pc:docMkLst>
        <pc:docMk/>
      </pc:docMkLst>
      <pc:sldChg chg="modSp mod">
        <pc:chgData name="Rich Reba" userId="8245d172-5b81-40f1-a13b-b71f02cd6700" providerId="ADAL" clId="{4AB8F1AF-C3AC-A441-B0A6-C34DB2CDE3D6}" dt="2024-11-01T19:03:11.591" v="2036" actId="14100"/>
        <pc:sldMkLst>
          <pc:docMk/>
          <pc:sldMk cId="0" sldId="256"/>
        </pc:sldMkLst>
        <pc:spChg chg="mod">
          <ac:chgData name="Rich Reba" userId="8245d172-5b81-40f1-a13b-b71f02cd6700" providerId="ADAL" clId="{4AB8F1AF-C3AC-A441-B0A6-C34DB2CDE3D6}" dt="2024-11-01T19:03:11.591" v="2036" actId="14100"/>
          <ac:spMkLst>
            <pc:docMk/>
            <pc:sldMk cId="0" sldId="256"/>
            <ac:spMk id="90" creationId="{00000000-0000-0000-0000-000000000000}"/>
          </ac:spMkLst>
        </pc:spChg>
        <pc:spChg chg="mod">
          <ac:chgData name="Rich Reba" userId="8245d172-5b81-40f1-a13b-b71f02cd6700" providerId="ADAL" clId="{4AB8F1AF-C3AC-A441-B0A6-C34DB2CDE3D6}" dt="2024-11-01T17:57:22.557" v="1990" actId="20577"/>
          <ac:spMkLst>
            <pc:docMk/>
            <pc:sldMk cId="0" sldId="256"/>
            <ac:spMk id="91" creationId="{00000000-0000-0000-0000-000000000000}"/>
          </ac:spMkLst>
        </pc:spChg>
      </pc:sldChg>
      <pc:sldChg chg="modSp mod">
        <pc:chgData name="Rich Reba" userId="8245d172-5b81-40f1-a13b-b71f02cd6700" providerId="ADAL" clId="{4AB8F1AF-C3AC-A441-B0A6-C34DB2CDE3D6}" dt="2024-10-25T17:51:14.153" v="1964" actId="20577"/>
        <pc:sldMkLst>
          <pc:docMk/>
          <pc:sldMk cId="1272635936" sldId="264"/>
        </pc:sldMkLst>
        <pc:spChg chg="mod">
          <ac:chgData name="Rich Reba" userId="8245d172-5b81-40f1-a13b-b71f02cd6700" providerId="ADAL" clId="{4AB8F1AF-C3AC-A441-B0A6-C34DB2CDE3D6}" dt="2024-10-23T20:50:12.126" v="314" actId="1035"/>
          <ac:spMkLst>
            <pc:docMk/>
            <pc:sldMk cId="1272635936" sldId="264"/>
            <ac:spMk id="6" creationId="{F57F7845-FD8A-DCA4-39DB-1B7D9CF0BA2A}"/>
          </ac:spMkLst>
        </pc:spChg>
        <pc:spChg chg="mod">
          <ac:chgData name="Rich Reba" userId="8245d172-5b81-40f1-a13b-b71f02cd6700" providerId="ADAL" clId="{4AB8F1AF-C3AC-A441-B0A6-C34DB2CDE3D6}" dt="2024-10-23T20:41:31.439" v="101" actId="20577"/>
          <ac:spMkLst>
            <pc:docMk/>
            <pc:sldMk cId="1272635936" sldId="264"/>
            <ac:spMk id="96" creationId="{00000000-0000-0000-0000-000000000000}"/>
          </ac:spMkLst>
        </pc:spChg>
        <pc:graphicFrameChg chg="mod modGraphic">
          <ac:chgData name="Rich Reba" userId="8245d172-5b81-40f1-a13b-b71f02cd6700" providerId="ADAL" clId="{4AB8F1AF-C3AC-A441-B0A6-C34DB2CDE3D6}" dt="2024-10-25T17:51:14.153" v="1964" actId="20577"/>
          <ac:graphicFrameMkLst>
            <pc:docMk/>
            <pc:sldMk cId="1272635936" sldId="264"/>
            <ac:graphicFrameMk id="5" creationId="{4B70F3A5-8062-29A2-30D0-2783CB3DFCCA}"/>
          </ac:graphicFrameMkLst>
        </pc:graphicFrameChg>
      </pc:sldChg>
      <pc:sldChg chg="addSp modSp mod">
        <pc:chgData name="Rich Reba" userId="8245d172-5b81-40f1-a13b-b71f02cd6700" providerId="ADAL" clId="{4AB8F1AF-C3AC-A441-B0A6-C34DB2CDE3D6}" dt="2024-10-24T17:32:42.305" v="763" actId="1036"/>
        <pc:sldMkLst>
          <pc:docMk/>
          <pc:sldMk cId="4188122143" sldId="266"/>
        </pc:sldMkLst>
        <pc:spChg chg="mod">
          <ac:chgData name="Rich Reba" userId="8245d172-5b81-40f1-a13b-b71f02cd6700" providerId="ADAL" clId="{4AB8F1AF-C3AC-A441-B0A6-C34DB2CDE3D6}" dt="2024-10-24T17:32:42.305" v="763" actId="1036"/>
          <ac:spMkLst>
            <pc:docMk/>
            <pc:sldMk cId="4188122143" sldId="266"/>
            <ac:spMk id="5" creationId="{C5748C3E-8A70-958C-B8E4-332FC5861BB3}"/>
          </ac:spMkLst>
        </pc:spChg>
        <pc:spChg chg="add mod">
          <ac:chgData name="Rich Reba" userId="8245d172-5b81-40f1-a13b-b71f02cd6700" providerId="ADAL" clId="{4AB8F1AF-C3AC-A441-B0A6-C34DB2CDE3D6}" dt="2024-10-24T17:32:35.348" v="758" actId="1036"/>
          <ac:spMkLst>
            <pc:docMk/>
            <pc:sldMk cId="4188122143" sldId="266"/>
            <ac:spMk id="7" creationId="{9D6D51B8-EAEB-EAC5-1B5E-A8C3E5DDAE00}"/>
          </ac:spMkLst>
        </pc:spChg>
        <pc:graphicFrameChg chg="mod modGraphic">
          <ac:chgData name="Rich Reba" userId="8245d172-5b81-40f1-a13b-b71f02cd6700" providerId="ADAL" clId="{4AB8F1AF-C3AC-A441-B0A6-C34DB2CDE3D6}" dt="2024-10-24T17:32:22.068" v="745"/>
          <ac:graphicFrameMkLst>
            <pc:docMk/>
            <pc:sldMk cId="4188122143" sldId="266"/>
            <ac:graphicFrameMk id="6" creationId="{DA3B7C68-A7A8-1CF8-C46B-DD7B5A05617E}"/>
          </ac:graphicFrameMkLst>
        </pc:graphicFrameChg>
      </pc:sldChg>
      <pc:sldChg chg="modSp mod">
        <pc:chgData name="Rich Reba" userId="8245d172-5b81-40f1-a13b-b71f02cd6700" providerId="ADAL" clId="{4AB8F1AF-C3AC-A441-B0A6-C34DB2CDE3D6}" dt="2024-11-01T17:57:14.343" v="1980" actId="20577"/>
        <pc:sldMkLst>
          <pc:docMk/>
          <pc:sldMk cId="1243007551" sldId="268"/>
        </pc:sldMkLst>
        <pc:graphicFrameChg chg="mod modGraphic">
          <ac:chgData name="Rich Reba" userId="8245d172-5b81-40f1-a13b-b71f02cd6700" providerId="ADAL" clId="{4AB8F1AF-C3AC-A441-B0A6-C34DB2CDE3D6}" dt="2024-11-01T17:57:14.343" v="1980" actId="20577"/>
          <ac:graphicFrameMkLst>
            <pc:docMk/>
            <pc:sldMk cId="1243007551" sldId="268"/>
            <ac:graphicFrameMk id="2" creationId="{849548E0-A616-4177-21C8-C63119ADCD53}"/>
          </ac:graphicFrameMkLst>
        </pc:graphicFrameChg>
      </pc:sldChg>
      <pc:sldChg chg="modSp mod">
        <pc:chgData name="Rich Reba" userId="8245d172-5b81-40f1-a13b-b71f02cd6700" providerId="ADAL" clId="{4AB8F1AF-C3AC-A441-B0A6-C34DB2CDE3D6}" dt="2024-11-01T19:13:23.009" v="2231" actId="20577"/>
        <pc:sldMkLst>
          <pc:docMk/>
          <pc:sldMk cId="450257364" sldId="269"/>
        </pc:sldMkLst>
        <pc:graphicFrameChg chg="mod modGraphic">
          <ac:chgData name="Rich Reba" userId="8245d172-5b81-40f1-a13b-b71f02cd6700" providerId="ADAL" clId="{4AB8F1AF-C3AC-A441-B0A6-C34DB2CDE3D6}" dt="2024-11-01T19:13:23.009" v="2231" actId="20577"/>
          <ac:graphicFrameMkLst>
            <pc:docMk/>
            <pc:sldMk cId="450257364" sldId="269"/>
            <ac:graphicFrameMk id="2" creationId="{849548E0-A616-4177-21C8-C63119ADCD53}"/>
          </ac:graphicFrameMkLst>
        </pc:graphicFrameChg>
      </pc:sldChg>
      <pc:sldChg chg="modSp mod">
        <pc:chgData name="Rich Reba" userId="8245d172-5b81-40f1-a13b-b71f02cd6700" providerId="ADAL" clId="{4AB8F1AF-C3AC-A441-B0A6-C34DB2CDE3D6}" dt="2024-11-01T18:55:09.390" v="2024" actId="20577"/>
        <pc:sldMkLst>
          <pc:docMk/>
          <pc:sldMk cId="4255637138" sldId="270"/>
        </pc:sldMkLst>
        <pc:graphicFrameChg chg="mod modGraphic">
          <ac:chgData name="Rich Reba" userId="8245d172-5b81-40f1-a13b-b71f02cd6700" providerId="ADAL" clId="{4AB8F1AF-C3AC-A441-B0A6-C34DB2CDE3D6}" dt="2024-11-01T18:55:09.390" v="2024" actId="20577"/>
          <ac:graphicFrameMkLst>
            <pc:docMk/>
            <pc:sldMk cId="4255637138" sldId="270"/>
            <ac:graphicFrameMk id="3" creationId="{14B79CD4-17D9-A460-45EE-070B6CD3DAFF}"/>
          </ac:graphicFrameMkLst>
        </pc:graphicFrameChg>
      </pc:sldChg>
      <pc:sldChg chg="modSp mod">
        <pc:chgData name="Rich Reba" userId="8245d172-5b81-40f1-a13b-b71f02cd6700" providerId="ADAL" clId="{4AB8F1AF-C3AC-A441-B0A6-C34DB2CDE3D6}" dt="2024-11-01T20:28:33.321" v="2240" actId="20577"/>
        <pc:sldMkLst>
          <pc:docMk/>
          <pc:sldMk cId="67448461" sldId="271"/>
        </pc:sldMkLst>
        <pc:graphicFrameChg chg="mod modGraphic">
          <ac:chgData name="Rich Reba" userId="8245d172-5b81-40f1-a13b-b71f02cd6700" providerId="ADAL" clId="{4AB8F1AF-C3AC-A441-B0A6-C34DB2CDE3D6}" dt="2024-11-01T20:28:33.321" v="2240" actId="20577"/>
          <ac:graphicFrameMkLst>
            <pc:docMk/>
            <pc:sldMk cId="67448461" sldId="271"/>
            <ac:graphicFrameMk id="2" creationId="{59DCEAC8-DB72-C8D9-0DB4-F8D83D801ADB}"/>
          </ac:graphicFrameMkLst>
        </pc:graphicFrameChg>
      </pc:sldChg>
      <pc:sldChg chg="modSp mod">
        <pc:chgData name="Rich Reba" userId="8245d172-5b81-40f1-a13b-b71f02cd6700" providerId="ADAL" clId="{4AB8F1AF-C3AC-A441-B0A6-C34DB2CDE3D6}" dt="2024-10-24T18:14:27.786" v="1751" actId="20577"/>
        <pc:sldMkLst>
          <pc:docMk/>
          <pc:sldMk cId="3088802820" sldId="272"/>
        </pc:sldMkLst>
        <pc:graphicFrameChg chg="mod modGraphic">
          <ac:chgData name="Rich Reba" userId="8245d172-5b81-40f1-a13b-b71f02cd6700" providerId="ADAL" clId="{4AB8F1AF-C3AC-A441-B0A6-C34DB2CDE3D6}" dt="2024-10-24T18:14:27.786" v="1751" actId="20577"/>
          <ac:graphicFrameMkLst>
            <pc:docMk/>
            <pc:sldMk cId="3088802820" sldId="272"/>
            <ac:graphicFrameMk id="3" creationId="{F1699409-9005-50C8-4771-BC86CF9F9048}"/>
          </ac:graphicFrameMkLst>
        </pc:graphicFrameChg>
      </pc:sldChg>
      <pc:sldChg chg="del">
        <pc:chgData name="Rich Reba" userId="8245d172-5b81-40f1-a13b-b71f02cd6700" providerId="ADAL" clId="{4AB8F1AF-C3AC-A441-B0A6-C34DB2CDE3D6}" dt="2024-10-22T01:11:46.023" v="5" actId="2696"/>
        <pc:sldMkLst>
          <pc:docMk/>
          <pc:sldMk cId="3864669982" sldId="274"/>
        </pc:sldMkLst>
      </pc:sldChg>
      <pc:sldChg chg="addSp delSp modSp mod">
        <pc:chgData name="Rich Reba" userId="8245d172-5b81-40f1-a13b-b71f02cd6700" providerId="ADAL" clId="{4AB8F1AF-C3AC-A441-B0A6-C34DB2CDE3D6}" dt="2024-10-24T18:25:07.175" v="1924" actId="20577"/>
        <pc:sldMkLst>
          <pc:docMk/>
          <pc:sldMk cId="2639682451" sldId="275"/>
        </pc:sldMkLst>
        <pc:spChg chg="mod">
          <ac:chgData name="Rich Reba" userId="8245d172-5b81-40f1-a13b-b71f02cd6700" providerId="ADAL" clId="{4AB8F1AF-C3AC-A441-B0A6-C34DB2CDE3D6}" dt="2024-10-24T18:25:07.175" v="1924" actId="20577"/>
          <ac:spMkLst>
            <pc:docMk/>
            <pc:sldMk cId="2639682451" sldId="275"/>
            <ac:spMk id="96" creationId="{00000000-0000-0000-0000-000000000000}"/>
          </ac:spMkLst>
        </pc:spChg>
        <pc:graphicFrameChg chg="add del mod">
          <ac:chgData name="Rich Reba" userId="8245d172-5b81-40f1-a13b-b71f02cd6700" providerId="ADAL" clId="{4AB8F1AF-C3AC-A441-B0A6-C34DB2CDE3D6}" dt="2024-10-24T18:24:58.385" v="1904" actId="478"/>
          <ac:graphicFrameMkLst>
            <pc:docMk/>
            <pc:sldMk cId="2639682451" sldId="275"/>
            <ac:graphicFrameMk id="5" creationId="{28903738-00FE-5BBD-8785-5578B77082FA}"/>
          </ac:graphicFrameMkLst>
        </pc:graphicFrameChg>
        <pc:graphicFrameChg chg="del">
          <ac:chgData name="Rich Reba" userId="8245d172-5b81-40f1-a13b-b71f02cd6700" providerId="ADAL" clId="{4AB8F1AF-C3AC-A441-B0A6-C34DB2CDE3D6}" dt="2024-10-22T01:11:56.533" v="6" actId="478"/>
          <ac:graphicFrameMkLst>
            <pc:docMk/>
            <pc:sldMk cId="2639682451" sldId="275"/>
            <ac:graphicFrameMk id="5" creationId="{4B70F3A5-8062-29A2-30D0-2783CB3DFCCA}"/>
          </ac:graphicFrameMkLst>
        </pc:graphicFrameChg>
        <pc:graphicFrameChg chg="add del mod">
          <ac:chgData name="Rich Reba" userId="8245d172-5b81-40f1-a13b-b71f02cd6700" providerId="ADAL" clId="{4AB8F1AF-C3AC-A441-B0A6-C34DB2CDE3D6}" dt="2024-10-24T18:16:51.841" v="1870" actId="478"/>
          <ac:graphicFrameMkLst>
            <pc:docMk/>
            <pc:sldMk cId="2639682451" sldId="275"/>
            <ac:graphicFrameMk id="7" creationId="{0695BD01-8951-402D-C803-2223760DD3D6}"/>
          </ac:graphicFrameMkLst>
        </pc:graphicFrameChg>
        <pc:graphicFrameChg chg="add mod">
          <ac:chgData name="Rich Reba" userId="8245d172-5b81-40f1-a13b-b71f02cd6700" providerId="ADAL" clId="{4AB8F1AF-C3AC-A441-B0A6-C34DB2CDE3D6}" dt="2024-10-24T18:24:58.930" v="1905"/>
          <ac:graphicFrameMkLst>
            <pc:docMk/>
            <pc:sldMk cId="2639682451" sldId="275"/>
            <ac:graphicFrameMk id="8" creationId="{EAC54515-146B-F050-4501-5918908F45C7}"/>
          </ac:graphicFrameMkLst>
        </pc:graphicFrameChg>
      </pc:sldChg>
      <pc:sldChg chg="modSp mod">
        <pc:chgData name="Rich Reba" userId="8245d172-5b81-40f1-a13b-b71f02cd6700" providerId="ADAL" clId="{4AB8F1AF-C3AC-A441-B0A6-C34DB2CDE3D6}" dt="2024-11-01T19:15:27.113" v="2234" actId="14734"/>
        <pc:sldMkLst>
          <pc:docMk/>
          <pc:sldMk cId="3191730488" sldId="276"/>
        </pc:sldMkLst>
        <pc:spChg chg="mod">
          <ac:chgData name="Rich Reba" userId="8245d172-5b81-40f1-a13b-b71f02cd6700" providerId="ADAL" clId="{4AB8F1AF-C3AC-A441-B0A6-C34DB2CDE3D6}" dt="2024-10-23T20:52:34.260" v="345" actId="20577"/>
          <ac:spMkLst>
            <pc:docMk/>
            <pc:sldMk cId="3191730488" sldId="276"/>
            <ac:spMk id="96" creationId="{00000000-0000-0000-0000-000000000000}"/>
          </ac:spMkLst>
        </pc:spChg>
        <pc:graphicFrameChg chg="modGraphic">
          <ac:chgData name="Rich Reba" userId="8245d172-5b81-40f1-a13b-b71f02cd6700" providerId="ADAL" clId="{4AB8F1AF-C3AC-A441-B0A6-C34DB2CDE3D6}" dt="2024-11-01T19:15:27.113" v="2234" actId="14734"/>
          <ac:graphicFrameMkLst>
            <pc:docMk/>
            <pc:sldMk cId="3191730488" sldId="276"/>
            <ac:graphicFrameMk id="5" creationId="{4B70F3A5-8062-29A2-30D0-2783CB3DFCCA}"/>
          </ac:graphicFrameMkLst>
        </pc:graphicFrameChg>
      </pc:sldChg>
      <pc:sldChg chg="addSp delSp modSp mod">
        <pc:chgData name="Rich Reba" userId="8245d172-5b81-40f1-a13b-b71f02cd6700" providerId="ADAL" clId="{4AB8F1AF-C3AC-A441-B0A6-C34DB2CDE3D6}" dt="2024-10-24T17:37:33.558" v="913"/>
        <pc:sldMkLst>
          <pc:docMk/>
          <pc:sldMk cId="368434212" sldId="277"/>
        </pc:sldMkLst>
        <pc:graphicFrameChg chg="del modGraphic">
          <ac:chgData name="Rich Reba" userId="8245d172-5b81-40f1-a13b-b71f02cd6700" providerId="ADAL" clId="{4AB8F1AF-C3AC-A441-B0A6-C34DB2CDE3D6}" dt="2024-10-24T17:37:32.529" v="912" actId="478"/>
          <ac:graphicFrameMkLst>
            <pc:docMk/>
            <pc:sldMk cId="368434212" sldId="277"/>
            <ac:graphicFrameMk id="2" creationId="{30929ABE-0A38-27D1-4713-A9783350A181}"/>
          </ac:graphicFrameMkLst>
        </pc:graphicFrameChg>
        <pc:graphicFrameChg chg="add mod">
          <ac:chgData name="Rich Reba" userId="8245d172-5b81-40f1-a13b-b71f02cd6700" providerId="ADAL" clId="{4AB8F1AF-C3AC-A441-B0A6-C34DB2CDE3D6}" dt="2024-10-24T17:37:33.558" v="913"/>
          <ac:graphicFrameMkLst>
            <pc:docMk/>
            <pc:sldMk cId="368434212" sldId="277"/>
            <ac:graphicFrameMk id="4" creationId="{DF0CCA37-1217-B7D3-8320-72D1D9B53C50}"/>
          </ac:graphicFrameMkLst>
        </pc:graphicFrameChg>
      </pc:sldChg>
      <pc:sldChg chg="modSp add mod">
        <pc:chgData name="Rich Reba" userId="8245d172-5b81-40f1-a13b-b71f02cd6700" providerId="ADAL" clId="{4AB8F1AF-C3AC-A441-B0A6-C34DB2CDE3D6}" dt="2024-10-24T18:24:42.312" v="1903"/>
        <pc:sldMkLst>
          <pc:docMk/>
          <pc:sldMk cId="3960435043" sldId="281"/>
        </pc:sldMkLst>
        <pc:spChg chg="mod">
          <ac:chgData name="Rich Reba" userId="8245d172-5b81-40f1-a13b-b71f02cd6700" providerId="ADAL" clId="{4AB8F1AF-C3AC-A441-B0A6-C34DB2CDE3D6}" dt="2024-10-24T18:14:50.626" v="1765" actId="20577"/>
          <ac:spMkLst>
            <pc:docMk/>
            <pc:sldMk cId="3960435043" sldId="281"/>
            <ac:spMk id="96" creationId="{00000000-0000-0000-0000-000000000000}"/>
          </ac:spMkLst>
        </pc:spChg>
        <pc:graphicFrameChg chg="mod modGraphic">
          <ac:chgData name="Rich Reba" userId="8245d172-5b81-40f1-a13b-b71f02cd6700" providerId="ADAL" clId="{4AB8F1AF-C3AC-A441-B0A6-C34DB2CDE3D6}" dt="2024-10-24T18:24:42.312" v="1903"/>
          <ac:graphicFrameMkLst>
            <pc:docMk/>
            <pc:sldMk cId="3960435043" sldId="281"/>
            <ac:graphicFrameMk id="5" creationId="{4B70F3A5-8062-29A2-30D0-2783CB3DFCCA}"/>
          </ac:graphicFrameMkLst>
        </pc:graphicFrameChg>
      </pc:sldChg>
      <pc:sldChg chg="modSp add del mod">
        <pc:chgData name="Rich Reba" userId="8245d172-5b81-40f1-a13b-b71f02cd6700" providerId="ADAL" clId="{4AB8F1AF-C3AC-A441-B0A6-C34DB2CDE3D6}" dt="2024-10-24T17:37:44.353" v="914" actId="2696"/>
        <pc:sldMkLst>
          <pc:docMk/>
          <pc:sldMk cId="4159369405" sldId="281"/>
        </pc:sldMkLst>
        <pc:graphicFrameChg chg="mod modGraphic">
          <ac:chgData name="Rich Reba" userId="8245d172-5b81-40f1-a13b-b71f02cd6700" providerId="ADAL" clId="{4AB8F1AF-C3AC-A441-B0A6-C34DB2CDE3D6}" dt="2024-10-22T01:11:43.823" v="4"/>
          <ac:graphicFrameMkLst>
            <pc:docMk/>
            <pc:sldMk cId="4159369405" sldId="281"/>
            <ac:graphicFrameMk id="5" creationId="{4B70F3A5-8062-29A2-30D0-2783CB3DFCCA}"/>
          </ac:graphicFrameMkLst>
        </pc:graphicFrameChg>
      </pc:sldChg>
      <pc:sldChg chg="add del">
        <pc:chgData name="Rich Reba" userId="8245d172-5b81-40f1-a13b-b71f02cd6700" providerId="ADAL" clId="{4AB8F1AF-C3AC-A441-B0A6-C34DB2CDE3D6}" dt="2024-10-24T17:50:32.509" v="949" actId="2696"/>
        <pc:sldMkLst>
          <pc:docMk/>
          <pc:sldMk cId="1398130709" sldId="282"/>
        </pc:sldMkLst>
      </pc:sldChg>
    </pc:docChg>
  </pc:docChgLst>
  <pc:docChgLst>
    <pc:chgData name="Rich Reba" userId="8245d172-5b81-40f1-a13b-b71f02cd6700" providerId="ADAL" clId="{1F8583C6-4D3D-FC4B-B89E-87F4AA8D44B0}"/>
    <pc:docChg chg="undo custSel addSld delSld modSld modMainMaster">
      <pc:chgData name="Rich Reba" userId="8245d172-5b81-40f1-a13b-b71f02cd6700" providerId="ADAL" clId="{1F8583C6-4D3D-FC4B-B89E-87F4AA8D44B0}" dt="2024-04-17T12:43:51.355" v="3539"/>
      <pc:docMkLst>
        <pc:docMk/>
      </pc:docMkLst>
      <pc:sldChg chg="addSp modSp mod">
        <pc:chgData name="Rich Reba" userId="8245d172-5b81-40f1-a13b-b71f02cd6700" providerId="ADAL" clId="{1F8583C6-4D3D-FC4B-B89E-87F4AA8D44B0}" dt="2024-04-17T12:43:01.136" v="3512"/>
        <pc:sldMkLst>
          <pc:docMk/>
          <pc:sldMk cId="0" sldId="256"/>
        </pc:sldMkLst>
        <pc:spChg chg="add mod">
          <ac:chgData name="Rich Reba" userId="8245d172-5b81-40f1-a13b-b71f02cd6700" providerId="ADAL" clId="{1F8583C6-4D3D-FC4B-B89E-87F4AA8D44B0}" dt="2024-04-17T12:43:01.136" v="3512"/>
          <ac:spMkLst>
            <pc:docMk/>
            <pc:sldMk cId="0" sldId="256"/>
            <ac:spMk id="2" creationId="{B78BEAA4-CC48-1EF1-1035-C48CDEB46C11}"/>
          </ac:spMkLst>
        </pc:spChg>
        <pc:spChg chg="mod">
          <ac:chgData name="Rich Reba" userId="8245d172-5b81-40f1-a13b-b71f02cd6700" providerId="ADAL" clId="{1F8583C6-4D3D-FC4B-B89E-87F4AA8D44B0}" dt="2024-04-11T22:03:33.343" v="73" actId="14100"/>
          <ac:spMkLst>
            <pc:docMk/>
            <pc:sldMk cId="0" sldId="256"/>
            <ac:spMk id="90" creationId="{00000000-0000-0000-0000-000000000000}"/>
          </ac:spMkLst>
        </pc:spChg>
      </pc:sldChg>
      <pc:sldChg chg="del">
        <pc:chgData name="Rich Reba" userId="8245d172-5b81-40f1-a13b-b71f02cd6700" providerId="ADAL" clId="{1F8583C6-4D3D-FC4B-B89E-87F4AA8D44B0}" dt="2024-04-11T22:04:52.048" v="74" actId="2696"/>
        <pc:sldMkLst>
          <pc:docMk/>
          <pc:sldMk cId="0" sldId="257"/>
        </pc:sldMkLst>
      </pc:sldChg>
      <pc:sldChg chg="add del">
        <pc:chgData name="Rich Reba" userId="8245d172-5b81-40f1-a13b-b71f02cd6700" providerId="ADAL" clId="{1F8583C6-4D3D-FC4B-B89E-87F4AA8D44B0}" dt="2024-04-11T22:04:55.605" v="85" actId="2696"/>
        <pc:sldMkLst>
          <pc:docMk/>
          <pc:sldMk cId="3978776499" sldId="258"/>
        </pc:sldMkLst>
      </pc:sldChg>
      <pc:sldChg chg="add del">
        <pc:chgData name="Rich Reba" userId="8245d172-5b81-40f1-a13b-b71f02cd6700" providerId="ADAL" clId="{1F8583C6-4D3D-FC4B-B89E-87F4AA8D44B0}" dt="2024-04-11T22:13:46.757" v="957" actId="2696"/>
        <pc:sldMkLst>
          <pc:docMk/>
          <pc:sldMk cId="0" sldId="261"/>
        </pc:sldMkLst>
      </pc:sldChg>
      <pc:sldChg chg="add del">
        <pc:chgData name="Rich Reba" userId="8245d172-5b81-40f1-a13b-b71f02cd6700" providerId="ADAL" clId="{1F8583C6-4D3D-FC4B-B89E-87F4AA8D44B0}" dt="2024-04-11T22:06:31.697" v="109" actId="2696"/>
        <pc:sldMkLst>
          <pc:docMk/>
          <pc:sldMk cId="1692280443" sldId="262"/>
        </pc:sldMkLst>
      </pc:sldChg>
      <pc:sldChg chg="add del">
        <pc:chgData name="Rich Reba" userId="8245d172-5b81-40f1-a13b-b71f02cd6700" providerId="ADAL" clId="{1F8583C6-4D3D-FC4B-B89E-87F4AA8D44B0}" dt="2024-04-11T22:06:31.716" v="110" actId="2696"/>
        <pc:sldMkLst>
          <pc:docMk/>
          <pc:sldMk cId="2471547366" sldId="263"/>
        </pc:sldMkLst>
      </pc:sldChg>
      <pc:sldChg chg="addSp modSp add del mod">
        <pc:chgData name="Rich Reba" userId="8245d172-5b81-40f1-a13b-b71f02cd6700" providerId="ADAL" clId="{1F8583C6-4D3D-FC4B-B89E-87F4AA8D44B0}" dt="2024-04-17T12:43:23.521" v="3526" actId="1035"/>
        <pc:sldMkLst>
          <pc:docMk/>
          <pc:sldMk cId="1272635936" sldId="264"/>
        </pc:sldMkLst>
        <pc:spChg chg="add mod">
          <ac:chgData name="Rich Reba" userId="8245d172-5b81-40f1-a13b-b71f02cd6700" providerId="ADAL" clId="{1F8583C6-4D3D-FC4B-B89E-87F4AA8D44B0}" dt="2024-04-17T12:43:05.406" v="3514"/>
          <ac:spMkLst>
            <pc:docMk/>
            <pc:sldMk cId="1272635936" sldId="264"/>
            <ac:spMk id="6" creationId="{F57F7845-FD8A-DCA4-39DB-1B7D9CF0BA2A}"/>
          </ac:spMkLst>
        </pc:spChg>
        <pc:spChg chg="mod">
          <ac:chgData name="Rich Reba" userId="8245d172-5b81-40f1-a13b-b71f02cd6700" providerId="ADAL" clId="{1F8583C6-4D3D-FC4B-B89E-87F4AA8D44B0}" dt="2024-04-11T22:06:35.024" v="118" actId="20577"/>
          <ac:spMkLst>
            <pc:docMk/>
            <pc:sldMk cId="1272635936" sldId="264"/>
            <ac:spMk id="96" creationId="{00000000-0000-0000-0000-000000000000}"/>
          </ac:spMkLst>
        </pc:spChg>
        <pc:graphicFrameChg chg="mod modGraphic">
          <ac:chgData name="Rich Reba" userId="8245d172-5b81-40f1-a13b-b71f02cd6700" providerId="ADAL" clId="{1F8583C6-4D3D-FC4B-B89E-87F4AA8D44B0}" dt="2024-04-17T12:43:23.521" v="3526" actId="1035"/>
          <ac:graphicFrameMkLst>
            <pc:docMk/>
            <pc:sldMk cId="1272635936" sldId="264"/>
            <ac:graphicFrameMk id="5" creationId="{4B70F3A5-8062-29A2-30D0-2783CB3DFCCA}"/>
          </ac:graphicFrameMkLst>
        </pc:graphicFrameChg>
      </pc:sldChg>
      <pc:sldChg chg="del">
        <pc:chgData name="Rich Reba" userId="8245d172-5b81-40f1-a13b-b71f02cd6700" providerId="ADAL" clId="{1F8583C6-4D3D-FC4B-B89E-87F4AA8D44B0}" dt="2024-04-11T22:04:52.171" v="82" actId="2696"/>
        <pc:sldMkLst>
          <pc:docMk/>
          <pc:sldMk cId="1338552404" sldId="264"/>
        </pc:sldMkLst>
      </pc:sldChg>
      <pc:sldChg chg="modSp new del mod">
        <pc:chgData name="Rich Reba" userId="8245d172-5b81-40f1-a13b-b71f02cd6700" providerId="ADAL" clId="{1F8583C6-4D3D-FC4B-B89E-87F4AA8D44B0}" dt="2024-04-12T03:35:44.181" v="1878" actId="2696"/>
        <pc:sldMkLst>
          <pc:docMk/>
          <pc:sldMk cId="4108533982" sldId="265"/>
        </pc:sldMkLst>
        <pc:spChg chg="mod">
          <ac:chgData name="Rich Reba" userId="8245d172-5b81-40f1-a13b-b71f02cd6700" providerId="ADAL" clId="{1F8583C6-4D3D-FC4B-B89E-87F4AA8D44B0}" dt="2024-04-11T22:24:04.424" v="1137" actId="20577"/>
          <ac:spMkLst>
            <pc:docMk/>
            <pc:sldMk cId="4108533982" sldId="265"/>
            <ac:spMk id="2" creationId="{B85FA768-8259-9E0E-4319-23E47B82E0D1}"/>
          </ac:spMkLst>
        </pc:spChg>
        <pc:spChg chg="mod">
          <ac:chgData name="Rich Reba" userId="8245d172-5b81-40f1-a13b-b71f02cd6700" providerId="ADAL" clId="{1F8583C6-4D3D-FC4B-B89E-87F4AA8D44B0}" dt="2024-04-11T22:24:07.935" v="1152" actId="20577"/>
          <ac:spMkLst>
            <pc:docMk/>
            <pc:sldMk cId="4108533982" sldId="265"/>
            <ac:spMk id="3" creationId="{C3E43DF4-B545-3BE4-7CC1-EBD57B49AF83}"/>
          </ac:spMkLst>
        </pc:spChg>
      </pc:sldChg>
      <pc:sldChg chg="del">
        <pc:chgData name="Rich Reba" userId="8245d172-5b81-40f1-a13b-b71f02cd6700" providerId="ADAL" clId="{1F8583C6-4D3D-FC4B-B89E-87F4AA8D44B0}" dt="2024-04-11T22:04:52.126" v="80" actId="2696"/>
        <pc:sldMkLst>
          <pc:docMk/>
          <pc:sldMk cId="3116950362" sldId="266"/>
        </pc:sldMkLst>
      </pc:sldChg>
      <pc:sldChg chg="addSp modSp add del mod">
        <pc:chgData name="Rich Reba" userId="8245d172-5b81-40f1-a13b-b71f02cd6700" providerId="ADAL" clId="{1F8583C6-4D3D-FC4B-B89E-87F4AA8D44B0}" dt="2024-04-17T12:43:26.787" v="3527"/>
        <pc:sldMkLst>
          <pc:docMk/>
          <pc:sldMk cId="4188122143" sldId="266"/>
        </pc:sldMkLst>
        <pc:spChg chg="add mod">
          <ac:chgData name="Rich Reba" userId="8245d172-5b81-40f1-a13b-b71f02cd6700" providerId="ADAL" clId="{1F8583C6-4D3D-FC4B-B89E-87F4AA8D44B0}" dt="2024-04-17T12:43:26.787" v="3527"/>
          <ac:spMkLst>
            <pc:docMk/>
            <pc:sldMk cId="4188122143" sldId="266"/>
            <ac:spMk id="5" creationId="{C5748C3E-8A70-958C-B8E4-332FC5861BB3}"/>
          </ac:spMkLst>
        </pc:spChg>
        <pc:spChg chg="mod">
          <ac:chgData name="Rich Reba" userId="8245d172-5b81-40f1-a13b-b71f02cd6700" providerId="ADAL" clId="{1F8583C6-4D3D-FC4B-B89E-87F4AA8D44B0}" dt="2024-04-11T22:13:06.741" v="916" actId="20577"/>
          <ac:spMkLst>
            <pc:docMk/>
            <pc:sldMk cId="4188122143" sldId="266"/>
            <ac:spMk id="96" creationId="{00000000-0000-0000-0000-000000000000}"/>
          </ac:spMkLst>
        </pc:spChg>
        <pc:graphicFrameChg chg="modGraphic">
          <ac:chgData name="Rich Reba" userId="8245d172-5b81-40f1-a13b-b71f02cd6700" providerId="ADAL" clId="{1F8583C6-4D3D-FC4B-B89E-87F4AA8D44B0}" dt="2024-04-11T22:13:33.840" v="955" actId="20577"/>
          <ac:graphicFrameMkLst>
            <pc:docMk/>
            <pc:sldMk cId="4188122143" sldId="266"/>
            <ac:graphicFrameMk id="5" creationId="{4B70F3A5-8062-29A2-30D0-2783CB3DFCCA}"/>
          </ac:graphicFrameMkLst>
        </pc:graphicFrameChg>
      </pc:sldChg>
      <pc:sldChg chg="modSp add del mod">
        <pc:chgData name="Rich Reba" userId="8245d172-5b81-40f1-a13b-b71f02cd6700" providerId="ADAL" clId="{1F8583C6-4D3D-FC4B-B89E-87F4AA8D44B0}" dt="2024-04-12T03:35:44.192" v="1883" actId="2696"/>
        <pc:sldMkLst>
          <pc:docMk/>
          <pc:sldMk cId="252206901" sldId="267"/>
        </pc:sldMkLst>
        <pc:spChg chg="mod">
          <ac:chgData name="Rich Reba" userId="8245d172-5b81-40f1-a13b-b71f02cd6700" providerId="ADAL" clId="{1F8583C6-4D3D-FC4B-B89E-87F4AA8D44B0}" dt="2024-04-11T22:23:45.816" v="1104" actId="20577"/>
          <ac:spMkLst>
            <pc:docMk/>
            <pc:sldMk cId="252206901" sldId="267"/>
            <ac:spMk id="2" creationId="{B85FA768-8259-9E0E-4319-23E47B82E0D1}"/>
          </ac:spMkLst>
        </pc:spChg>
        <pc:spChg chg="mod">
          <ac:chgData name="Rich Reba" userId="8245d172-5b81-40f1-a13b-b71f02cd6700" providerId="ADAL" clId="{1F8583C6-4D3D-FC4B-B89E-87F4AA8D44B0}" dt="2024-04-11T22:23:49.256" v="1118" actId="20577"/>
          <ac:spMkLst>
            <pc:docMk/>
            <pc:sldMk cId="252206901" sldId="267"/>
            <ac:spMk id="3" creationId="{C3E43DF4-B545-3BE4-7CC1-EBD57B49AF83}"/>
          </ac:spMkLst>
        </pc:spChg>
      </pc:sldChg>
      <pc:sldChg chg="del">
        <pc:chgData name="Rich Reba" userId="8245d172-5b81-40f1-a13b-b71f02cd6700" providerId="ADAL" clId="{1F8583C6-4D3D-FC4B-B89E-87F4AA8D44B0}" dt="2024-04-11T22:04:52.052" v="76" actId="2696"/>
        <pc:sldMkLst>
          <pc:docMk/>
          <pc:sldMk cId="3415586087" sldId="267"/>
        </pc:sldMkLst>
      </pc:sldChg>
      <pc:sldChg chg="addSp delSp modSp add del mod">
        <pc:chgData name="Rich Reba" userId="8245d172-5b81-40f1-a13b-b71f02cd6700" providerId="ADAL" clId="{1F8583C6-4D3D-FC4B-B89E-87F4AA8D44B0}" dt="2024-04-17T12:43:37.115" v="3532"/>
        <pc:sldMkLst>
          <pc:docMk/>
          <pc:sldMk cId="1243007551" sldId="268"/>
        </pc:sldMkLst>
        <pc:spChg chg="add mod">
          <ac:chgData name="Rich Reba" userId="8245d172-5b81-40f1-a13b-b71f02cd6700" providerId="ADAL" clId="{1F8583C6-4D3D-FC4B-B89E-87F4AA8D44B0}" dt="2024-04-17T12:43:37.115" v="3532"/>
          <ac:spMkLst>
            <pc:docMk/>
            <pc:sldMk cId="1243007551" sldId="268"/>
            <ac:spMk id="6" creationId="{FC3986F6-425A-0514-DE8E-DE31978EAAD1}"/>
          </ac:spMkLst>
        </pc:spChg>
        <pc:spChg chg="mod">
          <ac:chgData name="Rich Reba" userId="8245d172-5b81-40f1-a13b-b71f02cd6700" providerId="ADAL" clId="{1F8583C6-4D3D-FC4B-B89E-87F4AA8D44B0}" dt="2024-04-11T22:22:49.804" v="1084" actId="20577"/>
          <ac:spMkLst>
            <pc:docMk/>
            <pc:sldMk cId="1243007551" sldId="268"/>
            <ac:spMk id="96" creationId="{00000000-0000-0000-0000-000000000000}"/>
          </ac:spMkLst>
        </pc:spChg>
        <pc:graphicFrameChg chg="add mod modGraphic">
          <ac:chgData name="Rich Reba" userId="8245d172-5b81-40f1-a13b-b71f02cd6700" providerId="ADAL" clId="{1F8583C6-4D3D-FC4B-B89E-87F4AA8D44B0}" dt="2024-04-11T22:17:30.299" v="1008" actId="403"/>
          <ac:graphicFrameMkLst>
            <pc:docMk/>
            <pc:sldMk cId="1243007551" sldId="268"/>
            <ac:graphicFrameMk id="2" creationId="{849548E0-A616-4177-21C8-C63119ADCD53}"/>
          </ac:graphicFrameMkLst>
        </pc:graphicFrameChg>
        <pc:graphicFrameChg chg="del">
          <ac:chgData name="Rich Reba" userId="8245d172-5b81-40f1-a13b-b71f02cd6700" providerId="ADAL" clId="{1F8583C6-4D3D-FC4B-B89E-87F4AA8D44B0}" dt="2024-04-11T22:16:21.214" v="995" actId="478"/>
          <ac:graphicFrameMkLst>
            <pc:docMk/>
            <pc:sldMk cId="1243007551" sldId="268"/>
            <ac:graphicFrameMk id="5" creationId="{4B70F3A5-8062-29A2-30D0-2783CB3DFCCA}"/>
          </ac:graphicFrameMkLst>
        </pc:graphicFrameChg>
      </pc:sldChg>
      <pc:sldChg chg="del">
        <pc:chgData name="Rich Reba" userId="8245d172-5b81-40f1-a13b-b71f02cd6700" providerId="ADAL" clId="{1F8583C6-4D3D-FC4B-B89E-87F4AA8D44B0}" dt="2024-04-11T22:04:52.162" v="81" actId="2696"/>
        <pc:sldMkLst>
          <pc:docMk/>
          <pc:sldMk cId="2415387204" sldId="268"/>
        </pc:sldMkLst>
      </pc:sldChg>
      <pc:sldChg chg="addSp modSp add del mod">
        <pc:chgData name="Rich Reba" userId="8245d172-5b81-40f1-a13b-b71f02cd6700" providerId="ADAL" clId="{1F8583C6-4D3D-FC4B-B89E-87F4AA8D44B0}" dt="2024-04-17T12:43:38.667" v="3533"/>
        <pc:sldMkLst>
          <pc:docMk/>
          <pc:sldMk cId="450257364" sldId="269"/>
        </pc:sldMkLst>
        <pc:spChg chg="add mod">
          <ac:chgData name="Rich Reba" userId="8245d172-5b81-40f1-a13b-b71f02cd6700" providerId="ADAL" clId="{1F8583C6-4D3D-FC4B-B89E-87F4AA8D44B0}" dt="2024-04-17T12:43:38.667" v="3533"/>
          <ac:spMkLst>
            <pc:docMk/>
            <pc:sldMk cId="450257364" sldId="269"/>
            <ac:spMk id="7" creationId="{31CA48FC-F211-DAFD-902B-5D682C6B56DD}"/>
          </ac:spMkLst>
        </pc:spChg>
        <pc:spChg chg="mod">
          <ac:chgData name="Rich Reba" userId="8245d172-5b81-40f1-a13b-b71f02cd6700" providerId="ADAL" clId="{1F8583C6-4D3D-FC4B-B89E-87F4AA8D44B0}" dt="2024-04-11T22:22:47.030" v="1082" actId="20577"/>
          <ac:spMkLst>
            <pc:docMk/>
            <pc:sldMk cId="450257364" sldId="269"/>
            <ac:spMk id="96" creationId="{00000000-0000-0000-0000-000000000000}"/>
          </ac:spMkLst>
        </pc:spChg>
        <pc:graphicFrameChg chg="mod modGraphic">
          <ac:chgData name="Rich Reba" userId="8245d172-5b81-40f1-a13b-b71f02cd6700" providerId="ADAL" clId="{1F8583C6-4D3D-FC4B-B89E-87F4AA8D44B0}" dt="2024-04-11T22:17:54.472" v="1016" actId="403"/>
          <ac:graphicFrameMkLst>
            <pc:docMk/>
            <pc:sldMk cId="450257364" sldId="269"/>
            <ac:graphicFrameMk id="2" creationId="{849548E0-A616-4177-21C8-C63119ADCD53}"/>
          </ac:graphicFrameMkLst>
        </pc:graphicFrameChg>
      </pc:sldChg>
      <pc:sldChg chg="addSp delSp modSp add del mod">
        <pc:chgData name="Rich Reba" userId="8245d172-5b81-40f1-a13b-b71f02cd6700" providerId="ADAL" clId="{1F8583C6-4D3D-FC4B-B89E-87F4AA8D44B0}" dt="2024-04-17T12:43:44.942" v="3535" actId="1076"/>
        <pc:sldMkLst>
          <pc:docMk/>
          <pc:sldMk cId="4255637138" sldId="270"/>
        </pc:sldMkLst>
        <pc:spChg chg="add mod">
          <ac:chgData name="Rich Reba" userId="8245d172-5b81-40f1-a13b-b71f02cd6700" providerId="ADAL" clId="{1F8583C6-4D3D-FC4B-B89E-87F4AA8D44B0}" dt="2024-04-17T12:43:40.314" v="3534"/>
          <ac:spMkLst>
            <pc:docMk/>
            <pc:sldMk cId="4255637138" sldId="270"/>
            <ac:spMk id="7" creationId="{7FE450E7-5500-1557-7587-B39724023C17}"/>
          </ac:spMkLst>
        </pc:spChg>
        <pc:spChg chg="mod">
          <ac:chgData name="Rich Reba" userId="8245d172-5b81-40f1-a13b-b71f02cd6700" providerId="ADAL" clId="{1F8583C6-4D3D-FC4B-B89E-87F4AA8D44B0}" dt="2024-04-11T22:22:44.211" v="1080" actId="20577"/>
          <ac:spMkLst>
            <pc:docMk/>
            <pc:sldMk cId="4255637138" sldId="270"/>
            <ac:spMk id="96" creationId="{00000000-0000-0000-0000-000000000000}"/>
          </ac:spMkLst>
        </pc:spChg>
        <pc:graphicFrameChg chg="del">
          <ac:chgData name="Rich Reba" userId="8245d172-5b81-40f1-a13b-b71f02cd6700" providerId="ADAL" clId="{1F8583C6-4D3D-FC4B-B89E-87F4AA8D44B0}" dt="2024-04-11T22:19:04.946" v="1022" actId="478"/>
          <ac:graphicFrameMkLst>
            <pc:docMk/>
            <pc:sldMk cId="4255637138" sldId="270"/>
            <ac:graphicFrameMk id="2" creationId="{849548E0-A616-4177-21C8-C63119ADCD53}"/>
          </ac:graphicFrameMkLst>
        </pc:graphicFrameChg>
        <pc:graphicFrameChg chg="add mod modGraphic">
          <ac:chgData name="Rich Reba" userId="8245d172-5b81-40f1-a13b-b71f02cd6700" providerId="ADAL" clId="{1F8583C6-4D3D-FC4B-B89E-87F4AA8D44B0}" dt="2024-04-17T12:43:44.942" v="3535" actId="1076"/>
          <ac:graphicFrameMkLst>
            <pc:docMk/>
            <pc:sldMk cId="4255637138" sldId="270"/>
            <ac:graphicFrameMk id="3" creationId="{14B79CD4-17D9-A460-45EE-070B6CD3DAFF}"/>
          </ac:graphicFrameMkLst>
        </pc:graphicFrameChg>
      </pc:sldChg>
      <pc:sldChg chg="addSp delSp modSp add del mod">
        <pc:chgData name="Rich Reba" userId="8245d172-5b81-40f1-a13b-b71f02cd6700" providerId="ADAL" clId="{1F8583C6-4D3D-FC4B-B89E-87F4AA8D44B0}" dt="2024-04-17T12:43:46.546" v="3536"/>
        <pc:sldMkLst>
          <pc:docMk/>
          <pc:sldMk cId="67448461" sldId="271"/>
        </pc:sldMkLst>
        <pc:spChg chg="add mod">
          <ac:chgData name="Rich Reba" userId="8245d172-5b81-40f1-a13b-b71f02cd6700" providerId="ADAL" clId="{1F8583C6-4D3D-FC4B-B89E-87F4AA8D44B0}" dt="2024-04-17T12:43:46.546" v="3536"/>
          <ac:spMkLst>
            <pc:docMk/>
            <pc:sldMk cId="67448461" sldId="271"/>
            <ac:spMk id="7" creationId="{E84B6E51-E573-5BC3-2F49-2CB36E1EC08D}"/>
          </ac:spMkLst>
        </pc:spChg>
        <pc:spChg chg="mod">
          <ac:chgData name="Rich Reba" userId="8245d172-5b81-40f1-a13b-b71f02cd6700" providerId="ADAL" clId="{1F8583C6-4D3D-FC4B-B89E-87F4AA8D44B0}" dt="2024-04-11T22:22:41.390" v="1078" actId="20577"/>
          <ac:spMkLst>
            <pc:docMk/>
            <pc:sldMk cId="67448461" sldId="271"/>
            <ac:spMk id="96" creationId="{00000000-0000-0000-0000-000000000000}"/>
          </ac:spMkLst>
        </pc:spChg>
        <pc:graphicFrameChg chg="add mod modGraphic">
          <ac:chgData name="Rich Reba" userId="8245d172-5b81-40f1-a13b-b71f02cd6700" providerId="ADAL" clId="{1F8583C6-4D3D-FC4B-B89E-87F4AA8D44B0}" dt="2024-04-11T22:21:23.006" v="1064" actId="404"/>
          <ac:graphicFrameMkLst>
            <pc:docMk/>
            <pc:sldMk cId="67448461" sldId="271"/>
            <ac:graphicFrameMk id="2" creationId="{59DCEAC8-DB72-C8D9-0DB4-F8D83D801ADB}"/>
          </ac:graphicFrameMkLst>
        </pc:graphicFrameChg>
        <pc:graphicFrameChg chg="del">
          <ac:chgData name="Rich Reba" userId="8245d172-5b81-40f1-a13b-b71f02cd6700" providerId="ADAL" clId="{1F8583C6-4D3D-FC4B-B89E-87F4AA8D44B0}" dt="2024-04-11T22:20:31.926" v="1038" actId="478"/>
          <ac:graphicFrameMkLst>
            <pc:docMk/>
            <pc:sldMk cId="67448461" sldId="271"/>
            <ac:graphicFrameMk id="3" creationId="{14B79CD4-17D9-A460-45EE-070B6CD3DAFF}"/>
          </ac:graphicFrameMkLst>
        </pc:graphicFrameChg>
      </pc:sldChg>
      <pc:sldChg chg="addSp delSp modSp add del mod">
        <pc:chgData name="Rich Reba" userId="8245d172-5b81-40f1-a13b-b71f02cd6700" providerId="ADAL" clId="{1F8583C6-4D3D-FC4B-B89E-87F4AA8D44B0}" dt="2024-04-17T12:43:48.128" v="3537"/>
        <pc:sldMkLst>
          <pc:docMk/>
          <pc:sldMk cId="3088802820" sldId="272"/>
        </pc:sldMkLst>
        <pc:spChg chg="add mod">
          <ac:chgData name="Rich Reba" userId="8245d172-5b81-40f1-a13b-b71f02cd6700" providerId="ADAL" clId="{1F8583C6-4D3D-FC4B-B89E-87F4AA8D44B0}" dt="2024-04-17T12:43:48.128" v="3537"/>
          <ac:spMkLst>
            <pc:docMk/>
            <pc:sldMk cId="3088802820" sldId="272"/>
            <ac:spMk id="7" creationId="{8FA3F51F-BAA5-391C-B500-D450E50CA7E6}"/>
          </ac:spMkLst>
        </pc:spChg>
        <pc:spChg chg="mod">
          <ac:chgData name="Rich Reba" userId="8245d172-5b81-40f1-a13b-b71f02cd6700" providerId="ADAL" clId="{1F8583C6-4D3D-FC4B-B89E-87F4AA8D44B0}" dt="2024-04-11T22:22:38.617" v="1076" actId="20577"/>
          <ac:spMkLst>
            <pc:docMk/>
            <pc:sldMk cId="3088802820" sldId="272"/>
            <ac:spMk id="96" creationId="{00000000-0000-0000-0000-000000000000}"/>
          </ac:spMkLst>
        </pc:spChg>
        <pc:graphicFrameChg chg="del">
          <ac:chgData name="Rich Reba" userId="8245d172-5b81-40f1-a13b-b71f02cd6700" providerId="ADAL" clId="{1F8583C6-4D3D-FC4B-B89E-87F4AA8D44B0}" dt="2024-04-11T22:22:01.950" v="1066" actId="478"/>
          <ac:graphicFrameMkLst>
            <pc:docMk/>
            <pc:sldMk cId="3088802820" sldId="272"/>
            <ac:graphicFrameMk id="2" creationId="{59DCEAC8-DB72-C8D9-0DB4-F8D83D801ADB}"/>
          </ac:graphicFrameMkLst>
        </pc:graphicFrameChg>
        <pc:graphicFrameChg chg="add mod modGraphic">
          <ac:chgData name="Rich Reba" userId="8245d172-5b81-40f1-a13b-b71f02cd6700" providerId="ADAL" clId="{1F8583C6-4D3D-FC4B-B89E-87F4AA8D44B0}" dt="2024-04-11T22:22:26.492" v="1072" actId="14100"/>
          <ac:graphicFrameMkLst>
            <pc:docMk/>
            <pc:sldMk cId="3088802820" sldId="272"/>
            <ac:graphicFrameMk id="3" creationId="{F1699409-9005-50C8-4771-BC86CF9F9048}"/>
          </ac:graphicFrameMkLst>
        </pc:graphicFrameChg>
      </pc:sldChg>
      <pc:sldChg chg="modSp add del mod">
        <pc:chgData name="Rich Reba" userId="8245d172-5b81-40f1-a13b-b71f02cd6700" providerId="ADAL" clId="{1F8583C6-4D3D-FC4B-B89E-87F4AA8D44B0}" dt="2024-04-12T03:35:44.185" v="1880" actId="2696"/>
        <pc:sldMkLst>
          <pc:docMk/>
          <pc:sldMk cId="2427079507" sldId="273"/>
        </pc:sldMkLst>
        <pc:spChg chg="mod">
          <ac:chgData name="Rich Reba" userId="8245d172-5b81-40f1-a13b-b71f02cd6700" providerId="ADAL" clId="{1F8583C6-4D3D-FC4B-B89E-87F4AA8D44B0}" dt="2024-04-11T22:24:45.577" v="1188" actId="20577"/>
          <ac:spMkLst>
            <pc:docMk/>
            <pc:sldMk cId="2427079507" sldId="273"/>
            <ac:spMk id="2" creationId="{B85FA768-8259-9E0E-4319-23E47B82E0D1}"/>
          </ac:spMkLst>
        </pc:spChg>
      </pc:sldChg>
      <pc:sldChg chg="modSp add del mod">
        <pc:chgData name="Rich Reba" userId="8245d172-5b81-40f1-a13b-b71f02cd6700" providerId="ADAL" clId="{1F8583C6-4D3D-FC4B-B89E-87F4AA8D44B0}" dt="2024-04-12T03:35:44.212" v="1888" actId="2696"/>
        <pc:sldMkLst>
          <pc:docMk/>
          <pc:sldMk cId="1168023954" sldId="274"/>
        </pc:sldMkLst>
        <pc:spChg chg="mod">
          <ac:chgData name="Rich Reba" userId="8245d172-5b81-40f1-a13b-b71f02cd6700" providerId="ADAL" clId="{1F8583C6-4D3D-FC4B-B89E-87F4AA8D44B0}" dt="2024-04-12T02:46:34.065" v="1199" actId="20577"/>
          <ac:spMkLst>
            <pc:docMk/>
            <pc:sldMk cId="1168023954" sldId="274"/>
            <ac:spMk id="96" creationId="{00000000-0000-0000-0000-000000000000}"/>
          </ac:spMkLst>
        </pc:spChg>
        <pc:graphicFrameChg chg="mod modGraphic">
          <ac:chgData name="Rich Reba" userId="8245d172-5b81-40f1-a13b-b71f02cd6700" providerId="ADAL" clId="{1F8583C6-4D3D-FC4B-B89E-87F4AA8D44B0}" dt="2024-04-12T02:54:52.923" v="1877" actId="20577"/>
          <ac:graphicFrameMkLst>
            <pc:docMk/>
            <pc:sldMk cId="1168023954" sldId="274"/>
            <ac:graphicFrameMk id="5" creationId="{4B70F3A5-8062-29A2-30D0-2783CB3DFCCA}"/>
          </ac:graphicFrameMkLst>
        </pc:graphicFrameChg>
      </pc:sldChg>
      <pc:sldChg chg="addSp modSp add del">
        <pc:chgData name="Rich Reba" userId="8245d172-5b81-40f1-a13b-b71f02cd6700" providerId="ADAL" clId="{1F8583C6-4D3D-FC4B-B89E-87F4AA8D44B0}" dt="2024-04-17T12:43:35.608" v="3531"/>
        <pc:sldMkLst>
          <pc:docMk/>
          <pc:sldMk cId="3864669982" sldId="274"/>
        </pc:sldMkLst>
        <pc:spChg chg="add mod">
          <ac:chgData name="Rich Reba" userId="8245d172-5b81-40f1-a13b-b71f02cd6700" providerId="ADAL" clId="{1F8583C6-4D3D-FC4B-B89E-87F4AA8D44B0}" dt="2024-04-17T12:43:35.608" v="3531"/>
          <ac:spMkLst>
            <pc:docMk/>
            <pc:sldMk cId="3864669982" sldId="274"/>
            <ac:spMk id="2" creationId="{9794E367-08E9-19A4-4179-45E0D09102EF}"/>
          </ac:spMkLst>
        </pc:spChg>
      </pc:sldChg>
      <pc:sldChg chg="addSp modSp add del">
        <pc:chgData name="Rich Reba" userId="8245d172-5b81-40f1-a13b-b71f02cd6700" providerId="ADAL" clId="{1F8583C6-4D3D-FC4B-B89E-87F4AA8D44B0}" dt="2024-04-17T12:43:51.355" v="3539"/>
        <pc:sldMkLst>
          <pc:docMk/>
          <pc:sldMk cId="2639682451" sldId="275"/>
        </pc:sldMkLst>
        <pc:spChg chg="add mod">
          <ac:chgData name="Rich Reba" userId="8245d172-5b81-40f1-a13b-b71f02cd6700" providerId="ADAL" clId="{1F8583C6-4D3D-FC4B-B89E-87F4AA8D44B0}" dt="2024-04-17T12:43:51.355" v="3539"/>
          <ac:spMkLst>
            <pc:docMk/>
            <pc:sldMk cId="2639682451" sldId="275"/>
            <ac:spMk id="6" creationId="{7C30D5DC-2695-01BA-B05D-C3CC4747D7F4}"/>
          </ac:spMkLst>
        </pc:spChg>
      </pc:sldChg>
      <pc:sldChg chg="addSp modSp add del">
        <pc:chgData name="Rich Reba" userId="8245d172-5b81-40f1-a13b-b71f02cd6700" providerId="ADAL" clId="{1F8583C6-4D3D-FC4B-B89E-87F4AA8D44B0}" dt="2024-04-17T12:43:31.935" v="3529"/>
        <pc:sldMkLst>
          <pc:docMk/>
          <pc:sldMk cId="3191730488" sldId="276"/>
        </pc:sldMkLst>
        <pc:spChg chg="add mod">
          <ac:chgData name="Rich Reba" userId="8245d172-5b81-40f1-a13b-b71f02cd6700" providerId="ADAL" clId="{1F8583C6-4D3D-FC4B-B89E-87F4AA8D44B0}" dt="2024-04-17T12:43:31.935" v="3529"/>
          <ac:spMkLst>
            <pc:docMk/>
            <pc:sldMk cId="3191730488" sldId="276"/>
            <ac:spMk id="2" creationId="{B53C39C2-BA45-92C3-D93B-96BF2FF7E2EA}"/>
          </ac:spMkLst>
        </pc:spChg>
      </pc:sldChg>
      <pc:sldChg chg="addSp modSp add del">
        <pc:chgData name="Rich Reba" userId="8245d172-5b81-40f1-a13b-b71f02cd6700" providerId="ADAL" clId="{1F8583C6-4D3D-FC4B-B89E-87F4AA8D44B0}" dt="2024-04-17T12:43:33.370" v="3530"/>
        <pc:sldMkLst>
          <pc:docMk/>
          <pc:sldMk cId="368434212" sldId="277"/>
        </pc:sldMkLst>
        <pc:spChg chg="add mod">
          <ac:chgData name="Rich Reba" userId="8245d172-5b81-40f1-a13b-b71f02cd6700" providerId="ADAL" clId="{1F8583C6-4D3D-FC4B-B89E-87F4AA8D44B0}" dt="2024-04-17T12:43:33.370" v="3530"/>
          <ac:spMkLst>
            <pc:docMk/>
            <pc:sldMk cId="368434212" sldId="277"/>
            <ac:spMk id="3" creationId="{7EF92490-8763-C122-9420-8771007CA2FA}"/>
          </ac:spMkLst>
        </pc:spChg>
      </pc:sldChg>
      <pc:sldChg chg="addSp modSp add del">
        <pc:chgData name="Rich Reba" userId="8245d172-5b81-40f1-a13b-b71f02cd6700" providerId="ADAL" clId="{1F8583C6-4D3D-FC4B-B89E-87F4AA8D44B0}" dt="2024-04-17T12:43:03.339" v="3513"/>
        <pc:sldMkLst>
          <pc:docMk/>
          <pc:sldMk cId="3888112108" sldId="278"/>
        </pc:sldMkLst>
        <pc:spChg chg="add mod">
          <ac:chgData name="Rich Reba" userId="8245d172-5b81-40f1-a13b-b71f02cd6700" providerId="ADAL" clId="{1F8583C6-4D3D-FC4B-B89E-87F4AA8D44B0}" dt="2024-04-17T12:43:03.339" v="3513"/>
          <ac:spMkLst>
            <pc:docMk/>
            <pc:sldMk cId="3888112108" sldId="278"/>
            <ac:spMk id="2" creationId="{048B8078-0A98-B723-6D07-9C874B8373FA}"/>
          </ac:spMkLst>
        </pc:spChg>
      </pc:sldChg>
      <pc:sldChg chg="addSp modSp add del">
        <pc:chgData name="Rich Reba" userId="8245d172-5b81-40f1-a13b-b71f02cd6700" providerId="ADAL" clId="{1F8583C6-4D3D-FC4B-B89E-87F4AA8D44B0}" dt="2024-04-17T12:43:30.471" v="3528"/>
        <pc:sldMkLst>
          <pc:docMk/>
          <pc:sldMk cId="4099550087" sldId="279"/>
        </pc:sldMkLst>
        <pc:spChg chg="add mod">
          <ac:chgData name="Rich Reba" userId="8245d172-5b81-40f1-a13b-b71f02cd6700" providerId="ADAL" clId="{1F8583C6-4D3D-FC4B-B89E-87F4AA8D44B0}" dt="2024-04-17T12:43:30.471" v="3528"/>
          <ac:spMkLst>
            <pc:docMk/>
            <pc:sldMk cId="4099550087" sldId="279"/>
            <ac:spMk id="6" creationId="{7CAB671F-9BEE-E2C8-B532-9AAC16B0D9FC}"/>
          </ac:spMkLst>
        </pc:spChg>
      </pc:sldChg>
      <pc:sldChg chg="addSp modSp add del">
        <pc:chgData name="Rich Reba" userId="8245d172-5b81-40f1-a13b-b71f02cd6700" providerId="ADAL" clId="{1F8583C6-4D3D-FC4B-B89E-87F4AA8D44B0}" dt="2024-04-17T12:43:49.972" v="3538"/>
        <pc:sldMkLst>
          <pc:docMk/>
          <pc:sldMk cId="2970225831" sldId="280"/>
        </pc:sldMkLst>
        <pc:spChg chg="add mod">
          <ac:chgData name="Rich Reba" userId="8245d172-5b81-40f1-a13b-b71f02cd6700" providerId="ADAL" clId="{1F8583C6-4D3D-FC4B-B89E-87F4AA8D44B0}" dt="2024-04-17T12:43:49.972" v="3538"/>
          <ac:spMkLst>
            <pc:docMk/>
            <pc:sldMk cId="2970225831" sldId="280"/>
            <ac:spMk id="6" creationId="{ED514B9A-C821-414D-27E7-22058443F6B3}"/>
          </ac:spMkLst>
        </pc:spChg>
      </pc:sldChg>
      <pc:sldMasterChg chg="delSldLayout modSldLayout">
        <pc:chgData name="Rich Reba" userId="8245d172-5b81-40f1-a13b-b71f02cd6700" providerId="ADAL" clId="{1F8583C6-4D3D-FC4B-B89E-87F4AA8D44B0}" dt="2024-04-17T12:42:54.787" v="3511" actId="20577"/>
        <pc:sldMasterMkLst>
          <pc:docMk/>
          <pc:sldMasterMk cId="0" sldId="2147483648"/>
        </pc:sldMasterMkLst>
        <pc:sldLayoutChg chg="modSp mod">
          <pc:chgData name="Rich Reba" userId="8245d172-5b81-40f1-a13b-b71f02cd6700" providerId="ADAL" clId="{1F8583C6-4D3D-FC4B-B89E-87F4AA8D44B0}" dt="2024-04-17T12:42:54.787" v="3511" actId="20577"/>
          <pc:sldLayoutMkLst>
            <pc:docMk/>
            <pc:sldMasterMk cId="0" sldId="2147483648"/>
            <pc:sldLayoutMk cId="0" sldId="2147483649"/>
          </pc:sldLayoutMkLst>
          <pc:spChg chg="mod">
            <ac:chgData name="Rich Reba" userId="8245d172-5b81-40f1-a13b-b71f02cd6700" providerId="ADAL" clId="{1F8583C6-4D3D-FC4B-B89E-87F4AA8D44B0}" dt="2024-04-17T12:42:54.787" v="3511" actId="20577"/>
            <ac:spMkLst>
              <pc:docMk/>
              <pc:sldMasterMk cId="0" sldId="2147483648"/>
              <pc:sldLayoutMk cId="0" sldId="2147483649"/>
              <ac:spMk id="18" creationId="{00000000-0000-0000-0000-000000000000}"/>
            </ac:spMkLst>
          </pc:spChg>
        </pc:sldLayoutChg>
        <pc:sldLayoutChg chg="del">
          <pc:chgData name="Rich Reba" userId="8245d172-5b81-40f1-a13b-b71f02cd6700" providerId="ADAL" clId="{1F8583C6-4D3D-FC4B-B89E-87F4AA8D44B0}" dt="2024-04-11T22:04:52.050" v="75" actId="2696"/>
          <pc:sldLayoutMkLst>
            <pc:docMk/>
            <pc:sldMasterMk cId="0" sldId="2147483648"/>
            <pc:sldLayoutMk cId="0" sldId="2147483650"/>
          </pc:sldLayoutMkLst>
        </pc:sldLayoutChg>
        <pc:sldLayoutChg chg="del">
          <pc:chgData name="Rich Reba" userId="8245d172-5b81-40f1-a13b-b71f02cd6700" providerId="ADAL" clId="{1F8583C6-4D3D-FC4B-B89E-87F4AA8D44B0}" dt="2024-04-12T03:35:44.194" v="1884" actId="2696"/>
          <pc:sldLayoutMkLst>
            <pc:docMk/>
            <pc:sldMasterMk cId="0" sldId="2147483648"/>
            <pc:sldLayoutMk cId="0" sldId="2147483652"/>
          </pc:sldLayoutMkLst>
        </pc:sldLayoutChg>
        <pc:sldLayoutChg chg="del">
          <pc:chgData name="Rich Reba" userId="8245d172-5b81-40f1-a13b-b71f02cd6700" providerId="ADAL" clId="{1F8583C6-4D3D-FC4B-B89E-87F4AA8D44B0}" dt="2024-04-11T22:04:52.173" v="83" actId="2696"/>
          <pc:sldLayoutMkLst>
            <pc:docMk/>
            <pc:sldMasterMk cId="0" sldId="2147483648"/>
            <pc:sldLayoutMk cId="0" sldId="2147483653"/>
          </pc:sldLayoutMkLst>
        </pc:sldLayoutChg>
        <pc:sldLayoutChg chg="del">
          <pc:chgData name="Rich Reba" userId="8245d172-5b81-40f1-a13b-b71f02cd6700" providerId="ADAL" clId="{1F8583C6-4D3D-FC4B-B89E-87F4AA8D44B0}" dt="2024-04-11T22:04:52.058" v="78" actId="2696"/>
          <pc:sldLayoutMkLst>
            <pc:docMk/>
            <pc:sldMasterMk cId="0" sldId="2147483648"/>
            <pc:sldLayoutMk cId="957704149" sldId="2147483660"/>
          </pc:sldLayoutMkLst>
        </pc:sldLayoutChg>
        <pc:sldLayoutChg chg="del">
          <pc:chgData name="Rich Reba" userId="8245d172-5b81-40f1-a13b-b71f02cd6700" providerId="ADAL" clId="{1F8583C6-4D3D-FC4B-B89E-87F4AA8D44B0}" dt="2024-04-12T03:35:44.222" v="1890" actId="2696"/>
          <pc:sldLayoutMkLst>
            <pc:docMk/>
            <pc:sldMasterMk cId="0" sldId="2147483648"/>
            <pc:sldLayoutMk cId="3328410917" sldId="2147483660"/>
          </pc:sldLayoutMkLst>
        </pc:sldLayoutChg>
        <pc:sldLayoutChg chg="del">
          <pc:chgData name="Rich Reba" userId="8245d172-5b81-40f1-a13b-b71f02cd6700" providerId="ADAL" clId="{1F8583C6-4D3D-FC4B-B89E-87F4AA8D44B0}" dt="2024-04-11T22:13:46.759" v="958" actId="2696"/>
          <pc:sldLayoutMkLst>
            <pc:docMk/>
            <pc:sldMasterMk cId="0" sldId="2147483648"/>
            <pc:sldLayoutMk cId="2300803375" sldId="2147483661"/>
          </pc:sldLayoutMkLst>
        </pc:sldLayoutChg>
      </pc:sldMasterChg>
    </pc:docChg>
  </pc:docChgLst>
  <pc:docChgLst>
    <pc:chgData name="Rich Reba" userId="8245d172-5b81-40f1-a13b-b71f02cd6700" providerId="ADAL" clId="{42CC33E3-BD40-6C48-8732-014804D0C36C}"/>
    <pc:docChg chg="undo custSel modSld">
      <pc:chgData name="Rich Reba" userId="8245d172-5b81-40f1-a13b-b71f02cd6700" providerId="ADAL" clId="{42CC33E3-BD40-6C48-8732-014804D0C36C}" dt="2024-05-23T19:10:48.403" v="2061" actId="20577"/>
      <pc:docMkLst>
        <pc:docMk/>
      </pc:docMkLst>
      <pc:sldChg chg="modSp mod">
        <pc:chgData name="Rich Reba" userId="8245d172-5b81-40f1-a13b-b71f02cd6700" providerId="ADAL" clId="{42CC33E3-BD40-6C48-8732-014804D0C36C}" dt="2024-05-23T16:21:50.961" v="69" actId="20577"/>
        <pc:sldMkLst>
          <pc:docMk/>
          <pc:sldMk cId="1272635936" sldId="264"/>
        </pc:sldMkLst>
        <pc:graphicFrameChg chg="modGraphic">
          <ac:chgData name="Rich Reba" userId="8245d172-5b81-40f1-a13b-b71f02cd6700" providerId="ADAL" clId="{42CC33E3-BD40-6C48-8732-014804D0C36C}" dt="2024-05-23T16:21:50.961" v="69" actId="20577"/>
          <ac:graphicFrameMkLst>
            <pc:docMk/>
            <pc:sldMk cId="1272635936" sldId="264"/>
            <ac:graphicFrameMk id="5" creationId="{4B70F3A5-8062-29A2-30D0-2783CB3DFCCA}"/>
          </ac:graphicFrameMkLst>
        </pc:graphicFrameChg>
      </pc:sldChg>
      <pc:sldChg chg="modSp mod">
        <pc:chgData name="Rich Reba" userId="8245d172-5b81-40f1-a13b-b71f02cd6700" providerId="ADAL" clId="{42CC33E3-BD40-6C48-8732-014804D0C36C}" dt="2024-05-23T16:22:08.070" v="75" actId="20577"/>
        <pc:sldMkLst>
          <pc:docMk/>
          <pc:sldMk cId="1243007551" sldId="268"/>
        </pc:sldMkLst>
        <pc:graphicFrameChg chg="modGraphic">
          <ac:chgData name="Rich Reba" userId="8245d172-5b81-40f1-a13b-b71f02cd6700" providerId="ADAL" clId="{42CC33E3-BD40-6C48-8732-014804D0C36C}" dt="2024-05-23T16:22:08.070" v="75" actId="20577"/>
          <ac:graphicFrameMkLst>
            <pc:docMk/>
            <pc:sldMk cId="1243007551" sldId="268"/>
            <ac:graphicFrameMk id="2" creationId="{849548E0-A616-4177-21C8-C63119ADCD53}"/>
          </ac:graphicFrameMkLst>
        </pc:graphicFrameChg>
      </pc:sldChg>
      <pc:sldChg chg="modSp mod">
        <pc:chgData name="Rich Reba" userId="8245d172-5b81-40f1-a13b-b71f02cd6700" providerId="ADAL" clId="{42CC33E3-BD40-6C48-8732-014804D0C36C}" dt="2024-05-23T18:50:24.296" v="1786" actId="14734"/>
        <pc:sldMkLst>
          <pc:docMk/>
          <pc:sldMk cId="450257364" sldId="269"/>
        </pc:sldMkLst>
        <pc:graphicFrameChg chg="mod modGraphic">
          <ac:chgData name="Rich Reba" userId="8245d172-5b81-40f1-a13b-b71f02cd6700" providerId="ADAL" clId="{42CC33E3-BD40-6C48-8732-014804D0C36C}" dt="2024-05-23T18:50:24.296" v="1786" actId="14734"/>
          <ac:graphicFrameMkLst>
            <pc:docMk/>
            <pc:sldMk cId="450257364" sldId="269"/>
            <ac:graphicFrameMk id="2" creationId="{849548E0-A616-4177-21C8-C63119ADCD53}"/>
          </ac:graphicFrameMkLst>
        </pc:graphicFrameChg>
      </pc:sldChg>
      <pc:sldChg chg="modSp mod">
        <pc:chgData name="Rich Reba" userId="8245d172-5b81-40f1-a13b-b71f02cd6700" providerId="ADAL" clId="{42CC33E3-BD40-6C48-8732-014804D0C36C}" dt="2024-05-23T18:57:04.961" v="1824" actId="20577"/>
        <pc:sldMkLst>
          <pc:docMk/>
          <pc:sldMk cId="4255637138" sldId="270"/>
        </pc:sldMkLst>
        <pc:graphicFrameChg chg="mod modGraphic">
          <ac:chgData name="Rich Reba" userId="8245d172-5b81-40f1-a13b-b71f02cd6700" providerId="ADAL" clId="{42CC33E3-BD40-6C48-8732-014804D0C36C}" dt="2024-05-23T18:57:04.961" v="1824" actId="20577"/>
          <ac:graphicFrameMkLst>
            <pc:docMk/>
            <pc:sldMk cId="4255637138" sldId="270"/>
            <ac:graphicFrameMk id="3" creationId="{14B79CD4-17D9-A460-45EE-070B6CD3DAFF}"/>
          </ac:graphicFrameMkLst>
        </pc:graphicFrameChg>
      </pc:sldChg>
      <pc:sldChg chg="modSp mod">
        <pc:chgData name="Rich Reba" userId="8245d172-5b81-40f1-a13b-b71f02cd6700" providerId="ADAL" clId="{42CC33E3-BD40-6C48-8732-014804D0C36C}" dt="2024-05-23T19:09:39.132" v="2051" actId="14734"/>
        <pc:sldMkLst>
          <pc:docMk/>
          <pc:sldMk cId="67448461" sldId="271"/>
        </pc:sldMkLst>
        <pc:graphicFrameChg chg="mod modGraphic">
          <ac:chgData name="Rich Reba" userId="8245d172-5b81-40f1-a13b-b71f02cd6700" providerId="ADAL" clId="{42CC33E3-BD40-6C48-8732-014804D0C36C}" dt="2024-05-23T19:09:39.132" v="2051" actId="14734"/>
          <ac:graphicFrameMkLst>
            <pc:docMk/>
            <pc:sldMk cId="67448461" sldId="271"/>
            <ac:graphicFrameMk id="2" creationId="{59DCEAC8-DB72-C8D9-0DB4-F8D83D801ADB}"/>
          </ac:graphicFrameMkLst>
        </pc:graphicFrameChg>
      </pc:sldChg>
      <pc:sldChg chg="modSp mod">
        <pc:chgData name="Rich Reba" userId="8245d172-5b81-40f1-a13b-b71f02cd6700" providerId="ADAL" clId="{42CC33E3-BD40-6C48-8732-014804D0C36C}" dt="2024-05-23T19:10:48.403" v="2061" actId="20577"/>
        <pc:sldMkLst>
          <pc:docMk/>
          <pc:sldMk cId="3088802820" sldId="272"/>
        </pc:sldMkLst>
        <pc:graphicFrameChg chg="modGraphic">
          <ac:chgData name="Rich Reba" userId="8245d172-5b81-40f1-a13b-b71f02cd6700" providerId="ADAL" clId="{42CC33E3-BD40-6C48-8732-014804D0C36C}" dt="2024-05-23T19:10:48.403" v="2061" actId="20577"/>
          <ac:graphicFrameMkLst>
            <pc:docMk/>
            <pc:sldMk cId="3088802820" sldId="272"/>
            <ac:graphicFrameMk id="3" creationId="{F1699409-9005-50C8-4771-BC86CF9F9048}"/>
          </ac:graphicFrameMkLst>
        </pc:graphicFrameChg>
      </pc:sldChg>
      <pc:sldChg chg="modSp mod">
        <pc:chgData name="Rich Reba" userId="8245d172-5b81-40f1-a13b-b71f02cd6700" providerId="ADAL" clId="{42CC33E3-BD40-6C48-8732-014804D0C36C}" dt="2024-05-23T17:14:04.094" v="1288" actId="20577"/>
        <pc:sldMkLst>
          <pc:docMk/>
          <pc:sldMk cId="3864669982" sldId="274"/>
        </pc:sldMkLst>
        <pc:graphicFrameChg chg="mod modGraphic">
          <ac:chgData name="Rich Reba" userId="8245d172-5b81-40f1-a13b-b71f02cd6700" providerId="ADAL" clId="{42CC33E3-BD40-6C48-8732-014804D0C36C}" dt="2024-05-23T17:14:04.094" v="1288" actId="20577"/>
          <ac:graphicFrameMkLst>
            <pc:docMk/>
            <pc:sldMk cId="3864669982" sldId="274"/>
            <ac:graphicFrameMk id="5" creationId="{4B70F3A5-8062-29A2-30D0-2783CB3DFCCA}"/>
          </ac:graphicFrameMkLst>
        </pc:graphicFrameChg>
      </pc:sldChg>
      <pc:sldChg chg="modSp mod">
        <pc:chgData name="Rich Reba" userId="8245d172-5b81-40f1-a13b-b71f02cd6700" providerId="ADAL" clId="{42CC33E3-BD40-6C48-8732-014804D0C36C}" dt="2024-05-23T17:01:55.292" v="524" actId="20577"/>
        <pc:sldMkLst>
          <pc:docMk/>
          <pc:sldMk cId="3191730488" sldId="276"/>
        </pc:sldMkLst>
        <pc:graphicFrameChg chg="modGraphic">
          <ac:chgData name="Rich Reba" userId="8245d172-5b81-40f1-a13b-b71f02cd6700" providerId="ADAL" clId="{42CC33E3-BD40-6C48-8732-014804D0C36C}" dt="2024-05-23T17:01:55.292" v="524" actId="20577"/>
          <ac:graphicFrameMkLst>
            <pc:docMk/>
            <pc:sldMk cId="3191730488" sldId="276"/>
            <ac:graphicFrameMk id="5" creationId="{4B70F3A5-8062-29A2-30D0-2783CB3DFCCA}"/>
          </ac:graphicFrameMkLst>
        </pc:graphicFrameChg>
      </pc:sldChg>
    </pc:docChg>
  </pc:docChgLst>
  <pc:docChgLst>
    <pc:chgData name="Rich Reba" userId="8245d172-5b81-40f1-a13b-b71f02cd6700" providerId="ADAL" clId="{70084D71-80D0-D64D-8904-3C7A6C7A2D52}"/>
    <pc:docChg chg="undo custSel addSld delSld modSld sldOrd">
      <pc:chgData name="Rich Reba" userId="8245d172-5b81-40f1-a13b-b71f02cd6700" providerId="ADAL" clId="{70084D71-80D0-D64D-8904-3C7A6C7A2D52}" dt="2023-09-14T14:06:19.817" v="2154" actId="2696"/>
      <pc:docMkLst>
        <pc:docMk/>
      </pc:docMkLst>
      <pc:sldChg chg="modSp mod">
        <pc:chgData name="Rich Reba" userId="8245d172-5b81-40f1-a13b-b71f02cd6700" providerId="ADAL" clId="{70084D71-80D0-D64D-8904-3C7A6C7A2D52}" dt="2023-09-14T12:42:49.792" v="1" actId="20577"/>
        <pc:sldMkLst>
          <pc:docMk/>
          <pc:sldMk cId="3978776499" sldId="258"/>
        </pc:sldMkLst>
        <pc:spChg chg="mod">
          <ac:chgData name="Rich Reba" userId="8245d172-5b81-40f1-a13b-b71f02cd6700" providerId="ADAL" clId="{70084D71-80D0-D64D-8904-3C7A6C7A2D52}" dt="2023-09-14T12:42:49.792" v="1" actId="20577"/>
          <ac:spMkLst>
            <pc:docMk/>
            <pc:sldMk cId="3978776499" sldId="258"/>
            <ac:spMk id="103" creationId="{00000000-0000-0000-0000-000000000000}"/>
          </ac:spMkLst>
        </pc:spChg>
      </pc:sldChg>
      <pc:sldChg chg="modSp mod">
        <pc:chgData name="Rich Reba" userId="8245d172-5b81-40f1-a13b-b71f02cd6700" providerId="ADAL" clId="{70084D71-80D0-D64D-8904-3C7A6C7A2D52}" dt="2023-09-14T12:53:43.185" v="14" actId="20577"/>
        <pc:sldMkLst>
          <pc:docMk/>
          <pc:sldMk cId="0" sldId="259"/>
        </pc:sldMkLst>
        <pc:spChg chg="mod">
          <ac:chgData name="Rich Reba" userId="8245d172-5b81-40f1-a13b-b71f02cd6700" providerId="ADAL" clId="{70084D71-80D0-D64D-8904-3C7A6C7A2D52}" dt="2023-09-14T12:53:43.185" v="14" actId="20577"/>
          <ac:spMkLst>
            <pc:docMk/>
            <pc:sldMk cId="0" sldId="259"/>
            <ac:spMk id="109" creationId="{00000000-0000-0000-0000-000000000000}"/>
          </ac:spMkLst>
        </pc:spChg>
      </pc:sldChg>
      <pc:sldChg chg="modSp mod">
        <pc:chgData name="Rich Reba" userId="8245d172-5b81-40f1-a13b-b71f02cd6700" providerId="ADAL" clId="{70084D71-80D0-D64D-8904-3C7A6C7A2D52}" dt="2023-09-14T14:05:46.725" v="2152" actId="20577"/>
        <pc:sldMkLst>
          <pc:docMk/>
          <pc:sldMk cId="0" sldId="261"/>
        </pc:sldMkLst>
        <pc:spChg chg="mod">
          <ac:chgData name="Rich Reba" userId="8245d172-5b81-40f1-a13b-b71f02cd6700" providerId="ADAL" clId="{70084D71-80D0-D64D-8904-3C7A6C7A2D52}" dt="2023-09-14T14:05:46.725" v="2152" actId="20577"/>
          <ac:spMkLst>
            <pc:docMk/>
            <pc:sldMk cId="0" sldId="261"/>
            <ac:spMk id="128" creationId="{00000000-0000-0000-0000-000000000000}"/>
          </ac:spMkLst>
        </pc:spChg>
        <pc:spChg chg="mod">
          <ac:chgData name="Rich Reba" userId="8245d172-5b81-40f1-a13b-b71f02cd6700" providerId="ADAL" clId="{70084D71-80D0-D64D-8904-3C7A6C7A2D52}" dt="2023-09-14T14:04:54.288" v="2129" actId="20577"/>
          <ac:spMkLst>
            <pc:docMk/>
            <pc:sldMk cId="0" sldId="261"/>
            <ac:spMk id="129" creationId="{00000000-0000-0000-0000-000000000000}"/>
          </ac:spMkLst>
        </pc:spChg>
        <pc:spChg chg="mod">
          <ac:chgData name="Rich Reba" userId="8245d172-5b81-40f1-a13b-b71f02cd6700" providerId="ADAL" clId="{70084D71-80D0-D64D-8904-3C7A6C7A2D52}" dt="2023-09-14T14:05:05.989" v="2137" actId="20577"/>
          <ac:spMkLst>
            <pc:docMk/>
            <pc:sldMk cId="0" sldId="261"/>
            <ac:spMk id="130" creationId="{00000000-0000-0000-0000-000000000000}"/>
          </ac:spMkLst>
        </pc:spChg>
      </pc:sldChg>
      <pc:sldChg chg="addSp delSp modSp">
        <pc:chgData name="Rich Reba" userId="8245d172-5b81-40f1-a13b-b71f02cd6700" providerId="ADAL" clId="{70084D71-80D0-D64D-8904-3C7A6C7A2D52}" dt="2023-09-14T12:46:55.267" v="4"/>
        <pc:sldMkLst>
          <pc:docMk/>
          <pc:sldMk cId="0" sldId="263"/>
        </pc:sldMkLst>
        <pc:picChg chg="add del mod">
          <ac:chgData name="Rich Reba" userId="8245d172-5b81-40f1-a13b-b71f02cd6700" providerId="ADAL" clId="{70084D71-80D0-D64D-8904-3C7A6C7A2D52}" dt="2023-09-14T12:46:55.267" v="4"/>
          <ac:picMkLst>
            <pc:docMk/>
            <pc:sldMk cId="0" sldId="263"/>
            <ac:picMk id="2" creationId="{51633E08-8143-99DB-69A7-66FA0353ABE5}"/>
          </ac:picMkLst>
        </pc:picChg>
      </pc:sldChg>
      <pc:sldChg chg="addSp delSp modSp add mod ord">
        <pc:chgData name="Rich Reba" userId="8245d172-5b81-40f1-a13b-b71f02cd6700" providerId="ADAL" clId="{70084D71-80D0-D64D-8904-3C7A6C7A2D52}" dt="2023-09-14T14:02:13.723" v="2071" actId="20577"/>
        <pc:sldMkLst>
          <pc:docMk/>
          <pc:sldMk cId="1219461281" sldId="264"/>
        </pc:sldMkLst>
        <pc:spChg chg="add del mod">
          <ac:chgData name="Rich Reba" userId="8245d172-5b81-40f1-a13b-b71f02cd6700" providerId="ADAL" clId="{70084D71-80D0-D64D-8904-3C7A6C7A2D52}" dt="2023-09-14T12:47:53.043" v="10" actId="478"/>
          <ac:spMkLst>
            <pc:docMk/>
            <pc:sldMk cId="1219461281" sldId="264"/>
            <ac:spMk id="3" creationId="{C5A69C63-0DE4-D21A-E43F-F5208927660C}"/>
          </ac:spMkLst>
        </pc:spChg>
        <pc:spChg chg="add mod">
          <ac:chgData name="Rich Reba" userId="8245d172-5b81-40f1-a13b-b71f02cd6700" providerId="ADAL" clId="{70084D71-80D0-D64D-8904-3C7A6C7A2D52}" dt="2023-09-14T14:02:13.723" v="2071" actId="20577"/>
          <ac:spMkLst>
            <pc:docMk/>
            <pc:sldMk cId="1219461281" sldId="264"/>
            <ac:spMk id="4" creationId="{AA562A44-0E33-E8CA-ED5D-F7713100DADD}"/>
          </ac:spMkLst>
        </pc:spChg>
        <pc:spChg chg="add mod">
          <ac:chgData name="Rich Reba" userId="8245d172-5b81-40f1-a13b-b71f02cd6700" providerId="ADAL" clId="{70084D71-80D0-D64D-8904-3C7A6C7A2D52}" dt="2023-09-14T14:01:43.539" v="2069" actId="20577"/>
          <ac:spMkLst>
            <pc:docMk/>
            <pc:sldMk cId="1219461281" sldId="264"/>
            <ac:spMk id="5" creationId="{C05208D4-7099-0A2E-B4D6-EE439D39CDFE}"/>
          </ac:spMkLst>
        </pc:spChg>
        <pc:spChg chg="add mod">
          <ac:chgData name="Rich Reba" userId="8245d172-5b81-40f1-a13b-b71f02cd6700" providerId="ADAL" clId="{70084D71-80D0-D64D-8904-3C7A6C7A2D52}" dt="2023-09-14T13:47:19.212" v="1853" actId="1076"/>
          <ac:spMkLst>
            <pc:docMk/>
            <pc:sldMk cId="1219461281" sldId="264"/>
            <ac:spMk id="6" creationId="{13627153-E3B8-2B37-5AD6-FA22A9CB8EA2}"/>
          </ac:spMkLst>
        </pc:spChg>
        <pc:spChg chg="add mod">
          <ac:chgData name="Rich Reba" userId="8245d172-5b81-40f1-a13b-b71f02cd6700" providerId="ADAL" clId="{70084D71-80D0-D64D-8904-3C7A6C7A2D52}" dt="2023-09-14T13:47:19.212" v="1853" actId="1076"/>
          <ac:spMkLst>
            <pc:docMk/>
            <pc:sldMk cId="1219461281" sldId="264"/>
            <ac:spMk id="7" creationId="{0973AB1E-5306-1B75-FD7F-DABE7A4FDC86}"/>
          </ac:spMkLst>
        </pc:spChg>
        <pc:spChg chg="add del mod">
          <ac:chgData name="Rich Reba" userId="8245d172-5b81-40f1-a13b-b71f02cd6700" providerId="ADAL" clId="{70084D71-80D0-D64D-8904-3C7A6C7A2D52}" dt="2023-09-14T13:34:49.631" v="1200" actId="478"/>
          <ac:spMkLst>
            <pc:docMk/>
            <pc:sldMk cId="1219461281" sldId="264"/>
            <ac:spMk id="8" creationId="{FD54FD4E-859B-32A1-BEF6-23683D9DADB0}"/>
          </ac:spMkLst>
        </pc:spChg>
        <pc:spChg chg="add mod">
          <ac:chgData name="Rich Reba" userId="8245d172-5b81-40f1-a13b-b71f02cd6700" providerId="ADAL" clId="{70084D71-80D0-D64D-8904-3C7A6C7A2D52}" dt="2023-09-14T13:47:19.212" v="1853" actId="1076"/>
          <ac:spMkLst>
            <pc:docMk/>
            <pc:sldMk cId="1219461281" sldId="264"/>
            <ac:spMk id="9" creationId="{A9086EB7-DB44-638E-0877-D28A7E73B137}"/>
          </ac:spMkLst>
        </pc:spChg>
        <pc:spChg chg="add mod">
          <ac:chgData name="Rich Reba" userId="8245d172-5b81-40f1-a13b-b71f02cd6700" providerId="ADAL" clId="{70084D71-80D0-D64D-8904-3C7A6C7A2D52}" dt="2023-09-14T14:00:53.399" v="2046" actId="20577"/>
          <ac:spMkLst>
            <pc:docMk/>
            <pc:sldMk cId="1219461281" sldId="264"/>
            <ac:spMk id="10" creationId="{F763824B-D8E9-2C14-D1E5-391EC2F2D70A}"/>
          </ac:spMkLst>
        </pc:spChg>
        <pc:spChg chg="add del">
          <ac:chgData name="Rich Reba" userId="8245d172-5b81-40f1-a13b-b71f02cd6700" providerId="ADAL" clId="{70084D71-80D0-D64D-8904-3C7A6C7A2D52}" dt="2023-09-14T13:45:57.181" v="1843" actId="478"/>
          <ac:spMkLst>
            <pc:docMk/>
            <pc:sldMk cId="1219461281" sldId="264"/>
            <ac:spMk id="11" creationId="{A641D1DD-EBB1-DDEC-13AD-6C7FE154F0C9}"/>
          </ac:spMkLst>
        </pc:spChg>
        <pc:spChg chg="mod">
          <ac:chgData name="Rich Reba" userId="8245d172-5b81-40f1-a13b-b71f02cd6700" providerId="ADAL" clId="{70084D71-80D0-D64D-8904-3C7A6C7A2D52}" dt="2023-09-14T13:48:21.631" v="1927" actId="20577"/>
          <ac:spMkLst>
            <pc:docMk/>
            <pc:sldMk cId="1219461281" sldId="264"/>
            <ac:spMk id="108" creationId="{00000000-0000-0000-0000-000000000000}"/>
          </ac:spMkLst>
        </pc:spChg>
        <pc:spChg chg="del">
          <ac:chgData name="Rich Reba" userId="8245d172-5b81-40f1-a13b-b71f02cd6700" providerId="ADAL" clId="{70084D71-80D0-D64D-8904-3C7A6C7A2D52}" dt="2023-09-14T12:47:51.097" v="9" actId="478"/>
          <ac:spMkLst>
            <pc:docMk/>
            <pc:sldMk cId="1219461281" sldId="264"/>
            <ac:spMk id="109" creationId="{00000000-0000-0000-0000-000000000000}"/>
          </ac:spMkLst>
        </pc:spChg>
        <pc:picChg chg="add mod">
          <ac:chgData name="Rich Reba" userId="8245d172-5b81-40f1-a13b-b71f02cd6700" providerId="ADAL" clId="{70084D71-80D0-D64D-8904-3C7A6C7A2D52}" dt="2023-09-14T13:47:19.212" v="1853" actId="1076"/>
          <ac:picMkLst>
            <pc:docMk/>
            <pc:sldMk cId="1219461281" sldId="264"/>
            <ac:picMk id="2050" creationId="{55D24F1A-7E49-8022-9AE0-06D8E2675ADE}"/>
          </ac:picMkLst>
        </pc:picChg>
        <pc:picChg chg="add del mod">
          <ac:chgData name="Rich Reba" userId="8245d172-5b81-40f1-a13b-b71f02cd6700" providerId="ADAL" clId="{70084D71-80D0-D64D-8904-3C7A6C7A2D52}" dt="2023-09-14T13:00:18.481" v="266" actId="478"/>
          <ac:picMkLst>
            <pc:docMk/>
            <pc:sldMk cId="1219461281" sldId="264"/>
            <ac:picMk id="2052" creationId="{88797DAE-91A6-0968-1ABD-9A8CCE4E58E5}"/>
          </ac:picMkLst>
        </pc:picChg>
        <pc:picChg chg="add mod">
          <ac:chgData name="Rich Reba" userId="8245d172-5b81-40f1-a13b-b71f02cd6700" providerId="ADAL" clId="{70084D71-80D0-D64D-8904-3C7A6C7A2D52}" dt="2023-09-14T13:47:19.212" v="1853" actId="1076"/>
          <ac:picMkLst>
            <pc:docMk/>
            <pc:sldMk cId="1219461281" sldId="264"/>
            <ac:picMk id="2054" creationId="{D72F5262-05A3-0696-18CB-D0B172993ED8}"/>
          </ac:picMkLst>
        </pc:picChg>
        <pc:picChg chg="add del">
          <ac:chgData name="Rich Reba" userId="8245d172-5b81-40f1-a13b-b71f02cd6700" providerId="ADAL" clId="{70084D71-80D0-D64D-8904-3C7A6C7A2D52}" dt="2023-09-14T13:22:34.016" v="698" actId="478"/>
          <ac:picMkLst>
            <pc:docMk/>
            <pc:sldMk cId="1219461281" sldId="264"/>
            <ac:picMk id="2056" creationId="{BDA2095C-71A8-67AB-9AE9-1D53A1204A71}"/>
          </ac:picMkLst>
        </pc:picChg>
        <pc:picChg chg="add del">
          <ac:chgData name="Rich Reba" userId="8245d172-5b81-40f1-a13b-b71f02cd6700" providerId="ADAL" clId="{70084D71-80D0-D64D-8904-3C7A6C7A2D52}" dt="2023-09-14T13:22:45.391" v="700" actId="478"/>
          <ac:picMkLst>
            <pc:docMk/>
            <pc:sldMk cId="1219461281" sldId="264"/>
            <ac:picMk id="2058" creationId="{286EF330-D9E4-ED3A-2C99-BFC08C116562}"/>
          </ac:picMkLst>
        </pc:picChg>
        <pc:picChg chg="add mod">
          <ac:chgData name="Rich Reba" userId="8245d172-5b81-40f1-a13b-b71f02cd6700" providerId="ADAL" clId="{70084D71-80D0-D64D-8904-3C7A6C7A2D52}" dt="2023-09-14T13:47:19.212" v="1853" actId="1076"/>
          <ac:picMkLst>
            <pc:docMk/>
            <pc:sldMk cId="1219461281" sldId="264"/>
            <ac:picMk id="2060" creationId="{716AE581-A09D-9F9C-1924-179457D9F75A}"/>
          </ac:picMkLst>
        </pc:picChg>
        <pc:picChg chg="add mod">
          <ac:chgData name="Rich Reba" userId="8245d172-5b81-40f1-a13b-b71f02cd6700" providerId="ADAL" clId="{70084D71-80D0-D64D-8904-3C7A6C7A2D52}" dt="2023-09-14T13:47:19.212" v="1853" actId="1076"/>
          <ac:picMkLst>
            <pc:docMk/>
            <pc:sldMk cId="1219461281" sldId="264"/>
            <ac:picMk id="2062" creationId="{2A5E75DD-6E6B-FA58-71C4-CAE482C42801}"/>
          </ac:picMkLst>
        </pc:picChg>
        <pc:picChg chg="add mod">
          <ac:chgData name="Rich Reba" userId="8245d172-5b81-40f1-a13b-b71f02cd6700" providerId="ADAL" clId="{70084D71-80D0-D64D-8904-3C7A6C7A2D52}" dt="2023-09-14T13:47:19.212" v="1853" actId="1076"/>
          <ac:picMkLst>
            <pc:docMk/>
            <pc:sldMk cId="1219461281" sldId="264"/>
            <ac:picMk id="2064" creationId="{981FCD98-6766-A483-0EA7-EA5325859E51}"/>
          </ac:picMkLst>
        </pc:picChg>
        <pc:picChg chg="add mod">
          <ac:chgData name="Rich Reba" userId="8245d172-5b81-40f1-a13b-b71f02cd6700" providerId="ADAL" clId="{70084D71-80D0-D64D-8904-3C7A6C7A2D52}" dt="2023-09-14T13:47:19.212" v="1853" actId="1076"/>
          <ac:picMkLst>
            <pc:docMk/>
            <pc:sldMk cId="1219461281" sldId="264"/>
            <ac:picMk id="2066" creationId="{8DAA758C-2853-034B-48D1-10FE95146289}"/>
          </ac:picMkLst>
        </pc:picChg>
        <pc:picChg chg="add mod">
          <ac:chgData name="Rich Reba" userId="8245d172-5b81-40f1-a13b-b71f02cd6700" providerId="ADAL" clId="{70084D71-80D0-D64D-8904-3C7A6C7A2D52}" dt="2023-09-14T13:47:19.212" v="1853" actId="1076"/>
          <ac:picMkLst>
            <pc:docMk/>
            <pc:sldMk cId="1219461281" sldId="264"/>
            <ac:picMk id="2070" creationId="{1EE4932A-6E0A-30B1-6EB7-96DECCD88372}"/>
          </ac:picMkLst>
        </pc:picChg>
        <pc:picChg chg="add mod">
          <ac:chgData name="Rich Reba" userId="8245d172-5b81-40f1-a13b-b71f02cd6700" providerId="ADAL" clId="{70084D71-80D0-D64D-8904-3C7A6C7A2D52}" dt="2023-09-14T13:47:19.212" v="1853" actId="1076"/>
          <ac:picMkLst>
            <pc:docMk/>
            <pc:sldMk cId="1219461281" sldId="264"/>
            <ac:picMk id="2074" creationId="{6E446A01-DE66-6C9F-8D96-20D7F8FCF8C5}"/>
          </ac:picMkLst>
        </pc:picChg>
        <pc:picChg chg="add mod">
          <ac:chgData name="Rich Reba" userId="8245d172-5b81-40f1-a13b-b71f02cd6700" providerId="ADAL" clId="{70084D71-80D0-D64D-8904-3C7A6C7A2D52}" dt="2023-09-14T13:47:19.212" v="1853" actId="1076"/>
          <ac:picMkLst>
            <pc:docMk/>
            <pc:sldMk cId="1219461281" sldId="264"/>
            <ac:picMk id="2076" creationId="{5A0E714D-4FD1-125E-C0A3-5072FBB94806}"/>
          </ac:picMkLst>
        </pc:picChg>
        <pc:picChg chg="add mod">
          <ac:chgData name="Rich Reba" userId="8245d172-5b81-40f1-a13b-b71f02cd6700" providerId="ADAL" clId="{70084D71-80D0-D64D-8904-3C7A6C7A2D52}" dt="2023-09-14T13:59:55.664" v="1977" actId="12789"/>
          <ac:picMkLst>
            <pc:docMk/>
            <pc:sldMk cId="1219461281" sldId="264"/>
            <ac:picMk id="2078" creationId="{4078615B-F578-3D50-766D-F3058737ACB7}"/>
          </ac:picMkLst>
        </pc:picChg>
        <pc:picChg chg="add mod">
          <ac:chgData name="Rich Reba" userId="8245d172-5b81-40f1-a13b-b71f02cd6700" providerId="ADAL" clId="{70084D71-80D0-D64D-8904-3C7A6C7A2D52}" dt="2023-09-14T13:59:55.664" v="1977" actId="12789"/>
          <ac:picMkLst>
            <pc:docMk/>
            <pc:sldMk cId="1219461281" sldId="264"/>
            <ac:picMk id="2080" creationId="{03A08439-7A3A-03DD-EAC8-246BCCD07654}"/>
          </ac:picMkLst>
        </pc:picChg>
        <pc:picChg chg="add mod">
          <ac:chgData name="Rich Reba" userId="8245d172-5b81-40f1-a13b-b71f02cd6700" providerId="ADAL" clId="{70084D71-80D0-D64D-8904-3C7A6C7A2D52}" dt="2023-09-14T14:00:01.229" v="1982" actId="1035"/>
          <ac:picMkLst>
            <pc:docMk/>
            <pc:sldMk cId="1219461281" sldId="264"/>
            <ac:picMk id="2082" creationId="{73865A73-797D-5606-C5C3-DB1A51968EED}"/>
          </ac:picMkLst>
        </pc:picChg>
        <pc:picChg chg="add mod">
          <ac:chgData name="Rich Reba" userId="8245d172-5b81-40f1-a13b-b71f02cd6700" providerId="ADAL" clId="{70084D71-80D0-D64D-8904-3C7A6C7A2D52}" dt="2023-09-14T14:00:01.229" v="1982" actId="1035"/>
          <ac:picMkLst>
            <pc:docMk/>
            <pc:sldMk cId="1219461281" sldId="264"/>
            <ac:picMk id="2084" creationId="{AA2BC457-FDC5-87FE-7D2F-85001DCE44CC}"/>
          </ac:picMkLst>
        </pc:picChg>
        <pc:picChg chg="add mod">
          <ac:chgData name="Rich Reba" userId="8245d172-5b81-40f1-a13b-b71f02cd6700" providerId="ADAL" clId="{70084D71-80D0-D64D-8904-3C7A6C7A2D52}" dt="2023-09-14T13:59:44.028" v="1975" actId="12789"/>
          <ac:picMkLst>
            <pc:docMk/>
            <pc:sldMk cId="1219461281" sldId="264"/>
            <ac:picMk id="2086" creationId="{7FD08F90-3DDC-E620-8612-F0448AF6C78F}"/>
          </ac:picMkLst>
        </pc:picChg>
        <pc:picChg chg="add mod">
          <ac:chgData name="Rich Reba" userId="8245d172-5b81-40f1-a13b-b71f02cd6700" providerId="ADAL" clId="{70084D71-80D0-D64D-8904-3C7A6C7A2D52}" dt="2023-09-14T13:59:44.028" v="1975" actId="12789"/>
          <ac:picMkLst>
            <pc:docMk/>
            <pc:sldMk cId="1219461281" sldId="264"/>
            <ac:picMk id="2088" creationId="{6E40061C-32A0-AE80-8264-0C03D11B1B32}"/>
          </ac:picMkLst>
        </pc:picChg>
        <pc:picChg chg="add mod">
          <ac:chgData name="Rich Reba" userId="8245d172-5b81-40f1-a13b-b71f02cd6700" providerId="ADAL" clId="{70084D71-80D0-D64D-8904-3C7A6C7A2D52}" dt="2023-09-14T14:00:07.722" v="1986" actId="1035"/>
          <ac:picMkLst>
            <pc:docMk/>
            <pc:sldMk cId="1219461281" sldId="264"/>
            <ac:picMk id="2090" creationId="{C0ED25BD-2556-A8E8-F996-E487FD033A19}"/>
          </ac:picMkLst>
        </pc:picChg>
        <pc:picChg chg="add mod">
          <ac:chgData name="Rich Reba" userId="8245d172-5b81-40f1-a13b-b71f02cd6700" providerId="ADAL" clId="{70084D71-80D0-D64D-8904-3C7A6C7A2D52}" dt="2023-09-14T14:00:07.722" v="1986" actId="1035"/>
          <ac:picMkLst>
            <pc:docMk/>
            <pc:sldMk cId="1219461281" sldId="264"/>
            <ac:picMk id="2092" creationId="{2D0954AE-A95D-8D1F-2859-5F17F1AA1F29}"/>
          </ac:picMkLst>
        </pc:picChg>
      </pc:sldChg>
      <pc:sldChg chg="addSp delSp modSp new del mod modClrScheme chgLayout">
        <pc:chgData name="Rich Reba" userId="8245d172-5b81-40f1-a13b-b71f02cd6700" providerId="ADAL" clId="{70084D71-80D0-D64D-8904-3C7A6C7A2D52}" dt="2023-09-14T14:06:19.812" v="2153" actId="2696"/>
        <pc:sldMkLst>
          <pc:docMk/>
          <pc:sldMk cId="3554767061" sldId="265"/>
        </pc:sldMkLst>
        <pc:spChg chg="del">
          <ac:chgData name="Rich Reba" userId="8245d172-5b81-40f1-a13b-b71f02cd6700" providerId="ADAL" clId="{70084D71-80D0-D64D-8904-3C7A6C7A2D52}" dt="2023-09-14T12:47:10.145" v="6" actId="700"/>
          <ac:spMkLst>
            <pc:docMk/>
            <pc:sldMk cId="3554767061" sldId="265"/>
            <ac:spMk id="2" creationId="{965EF33D-2C50-991F-A38E-0D6462ECB753}"/>
          </ac:spMkLst>
        </pc:spChg>
        <pc:spChg chg="del">
          <ac:chgData name="Rich Reba" userId="8245d172-5b81-40f1-a13b-b71f02cd6700" providerId="ADAL" clId="{70084D71-80D0-D64D-8904-3C7A6C7A2D52}" dt="2023-09-14T12:47:10.145" v="6" actId="700"/>
          <ac:spMkLst>
            <pc:docMk/>
            <pc:sldMk cId="3554767061" sldId="265"/>
            <ac:spMk id="3" creationId="{88A8F5B4-51C8-5394-8A9B-731BB20CA1D3}"/>
          </ac:spMkLst>
        </pc:spChg>
        <pc:picChg chg="add mod">
          <ac:chgData name="Rich Reba" userId="8245d172-5b81-40f1-a13b-b71f02cd6700" providerId="ADAL" clId="{70084D71-80D0-D64D-8904-3C7A6C7A2D52}" dt="2023-09-14T12:47:16.538" v="8" actId="1076"/>
          <ac:picMkLst>
            <pc:docMk/>
            <pc:sldMk cId="3554767061" sldId="265"/>
            <ac:picMk id="4" creationId="{408518A3-1CB6-FE68-E036-7640C7947211}"/>
          </ac:picMkLst>
        </pc:picChg>
      </pc:sldChg>
      <pc:sldMasterChg chg="delSldLayout">
        <pc:chgData name="Rich Reba" userId="8245d172-5b81-40f1-a13b-b71f02cd6700" providerId="ADAL" clId="{70084D71-80D0-D64D-8904-3C7A6C7A2D52}" dt="2023-09-14T14:06:19.817" v="2154" actId="2696"/>
        <pc:sldMasterMkLst>
          <pc:docMk/>
          <pc:sldMasterMk cId="0" sldId="2147483648"/>
        </pc:sldMasterMkLst>
        <pc:sldLayoutChg chg="del">
          <pc:chgData name="Rich Reba" userId="8245d172-5b81-40f1-a13b-b71f02cd6700" providerId="ADAL" clId="{70084D71-80D0-D64D-8904-3C7A6C7A2D52}" dt="2023-09-14T14:06:19.817" v="2154" actId="2696"/>
          <pc:sldLayoutMkLst>
            <pc:docMk/>
            <pc:sldMasterMk cId="0" sldId="2147483648"/>
            <pc:sldLayoutMk cId="0" sldId="2147483655"/>
          </pc:sldLayoutMkLst>
        </pc:sldLayoutChg>
      </pc:sldMasterChg>
    </pc:docChg>
  </pc:docChgLst>
  <pc:docChgLst>
    <pc:chgData name="Rich Reba" userId="8245d172-5b81-40f1-a13b-b71f02cd6700" providerId="ADAL" clId="{114B7AA1-CF7E-5D4E-B028-77ABD5A6FFAB}"/>
    <pc:docChg chg="modSld">
      <pc:chgData name="Rich Reba" userId="8245d172-5b81-40f1-a13b-b71f02cd6700" providerId="ADAL" clId="{114B7AA1-CF7E-5D4E-B028-77ABD5A6FFAB}" dt="2024-09-05T16:07:51.144" v="564" actId="14734"/>
      <pc:docMkLst>
        <pc:docMk/>
      </pc:docMkLst>
      <pc:sldChg chg="modSp mod">
        <pc:chgData name="Rich Reba" userId="8245d172-5b81-40f1-a13b-b71f02cd6700" providerId="ADAL" clId="{114B7AA1-CF7E-5D4E-B028-77ABD5A6FFAB}" dt="2024-09-05T13:00:41.822" v="10" actId="20577"/>
        <pc:sldMkLst>
          <pc:docMk/>
          <pc:sldMk cId="0" sldId="256"/>
        </pc:sldMkLst>
        <pc:spChg chg="mod">
          <ac:chgData name="Rich Reba" userId="8245d172-5b81-40f1-a13b-b71f02cd6700" providerId="ADAL" clId="{114B7AA1-CF7E-5D4E-B028-77ABD5A6FFAB}" dt="2024-09-05T13:00:41.822" v="10" actId="20577"/>
          <ac:spMkLst>
            <pc:docMk/>
            <pc:sldMk cId="0" sldId="256"/>
            <ac:spMk id="91" creationId="{00000000-0000-0000-0000-000000000000}"/>
          </ac:spMkLst>
        </pc:spChg>
      </pc:sldChg>
      <pc:sldChg chg="modSp mod">
        <pc:chgData name="Rich Reba" userId="8245d172-5b81-40f1-a13b-b71f02cd6700" providerId="ADAL" clId="{114B7AA1-CF7E-5D4E-B028-77ABD5A6FFAB}" dt="2024-09-05T16:01:06.073" v="418" actId="20577"/>
        <pc:sldMkLst>
          <pc:docMk/>
          <pc:sldMk cId="1272635936" sldId="264"/>
        </pc:sldMkLst>
        <pc:graphicFrameChg chg="mod modGraphic">
          <ac:chgData name="Rich Reba" userId="8245d172-5b81-40f1-a13b-b71f02cd6700" providerId="ADAL" clId="{114B7AA1-CF7E-5D4E-B028-77ABD5A6FFAB}" dt="2024-09-05T16:01:06.073" v="418" actId="20577"/>
          <ac:graphicFrameMkLst>
            <pc:docMk/>
            <pc:sldMk cId="1272635936" sldId="264"/>
            <ac:graphicFrameMk id="5" creationId="{4B70F3A5-8062-29A2-30D0-2783CB3DFCCA}"/>
          </ac:graphicFrameMkLst>
        </pc:graphicFrameChg>
      </pc:sldChg>
      <pc:sldChg chg="addSp delSp modSp mod">
        <pc:chgData name="Rich Reba" userId="8245d172-5b81-40f1-a13b-b71f02cd6700" providerId="ADAL" clId="{114B7AA1-CF7E-5D4E-B028-77ABD5A6FFAB}" dt="2024-09-05T16:05:49.071" v="562" actId="20577"/>
        <pc:sldMkLst>
          <pc:docMk/>
          <pc:sldMk cId="1243007551" sldId="268"/>
        </pc:sldMkLst>
        <pc:spChg chg="add del mod">
          <ac:chgData name="Rich Reba" userId="8245d172-5b81-40f1-a13b-b71f02cd6700" providerId="ADAL" clId="{114B7AA1-CF7E-5D4E-B028-77ABD5A6FFAB}" dt="2024-09-05T13:05:02.202" v="47"/>
          <ac:spMkLst>
            <pc:docMk/>
            <pc:sldMk cId="1243007551" sldId="268"/>
            <ac:spMk id="7" creationId="{762EC1C3-068F-4BCC-6B50-B969C07FBD34}"/>
          </ac:spMkLst>
        </pc:spChg>
        <pc:graphicFrameChg chg="mod modGraphic">
          <ac:chgData name="Rich Reba" userId="8245d172-5b81-40f1-a13b-b71f02cd6700" providerId="ADAL" clId="{114B7AA1-CF7E-5D4E-B028-77ABD5A6FFAB}" dt="2024-09-05T16:05:49.071" v="562" actId="20577"/>
          <ac:graphicFrameMkLst>
            <pc:docMk/>
            <pc:sldMk cId="1243007551" sldId="268"/>
            <ac:graphicFrameMk id="2" creationId="{849548E0-A616-4177-21C8-C63119ADCD53}"/>
          </ac:graphicFrameMkLst>
        </pc:graphicFrameChg>
      </pc:sldChg>
      <pc:sldChg chg="modSp mod">
        <pc:chgData name="Rich Reba" userId="8245d172-5b81-40f1-a13b-b71f02cd6700" providerId="ADAL" clId="{114B7AA1-CF7E-5D4E-B028-77ABD5A6FFAB}" dt="2024-09-05T13:01:50.129" v="23" actId="113"/>
        <pc:sldMkLst>
          <pc:docMk/>
          <pc:sldMk cId="450257364" sldId="269"/>
        </pc:sldMkLst>
        <pc:graphicFrameChg chg="modGraphic">
          <ac:chgData name="Rich Reba" userId="8245d172-5b81-40f1-a13b-b71f02cd6700" providerId="ADAL" clId="{114B7AA1-CF7E-5D4E-B028-77ABD5A6FFAB}" dt="2024-09-05T13:01:50.129" v="23" actId="113"/>
          <ac:graphicFrameMkLst>
            <pc:docMk/>
            <pc:sldMk cId="450257364" sldId="269"/>
            <ac:graphicFrameMk id="2" creationId="{849548E0-A616-4177-21C8-C63119ADCD53}"/>
          </ac:graphicFrameMkLst>
        </pc:graphicFrameChg>
      </pc:sldChg>
      <pc:sldChg chg="modSp mod">
        <pc:chgData name="Rich Reba" userId="8245d172-5b81-40f1-a13b-b71f02cd6700" providerId="ADAL" clId="{114B7AA1-CF7E-5D4E-B028-77ABD5A6FFAB}" dt="2024-09-05T16:07:51.144" v="564" actId="14734"/>
        <pc:sldMkLst>
          <pc:docMk/>
          <pc:sldMk cId="4255637138" sldId="270"/>
        </pc:sldMkLst>
        <pc:graphicFrameChg chg="modGraphic">
          <ac:chgData name="Rich Reba" userId="8245d172-5b81-40f1-a13b-b71f02cd6700" providerId="ADAL" clId="{114B7AA1-CF7E-5D4E-B028-77ABD5A6FFAB}" dt="2024-09-05T16:07:51.144" v="564" actId="14734"/>
          <ac:graphicFrameMkLst>
            <pc:docMk/>
            <pc:sldMk cId="4255637138" sldId="270"/>
            <ac:graphicFrameMk id="3" creationId="{14B79CD4-17D9-A460-45EE-070B6CD3DAFF}"/>
          </ac:graphicFrameMkLst>
        </pc:graphicFrameChg>
      </pc:sldChg>
      <pc:sldChg chg="modSp mod">
        <pc:chgData name="Rich Reba" userId="8245d172-5b81-40f1-a13b-b71f02cd6700" providerId="ADAL" clId="{114B7AA1-CF7E-5D4E-B028-77ABD5A6FFAB}" dt="2024-09-05T13:03:17.404" v="40" actId="113"/>
        <pc:sldMkLst>
          <pc:docMk/>
          <pc:sldMk cId="67448461" sldId="271"/>
        </pc:sldMkLst>
        <pc:graphicFrameChg chg="modGraphic">
          <ac:chgData name="Rich Reba" userId="8245d172-5b81-40f1-a13b-b71f02cd6700" providerId="ADAL" clId="{114B7AA1-CF7E-5D4E-B028-77ABD5A6FFAB}" dt="2024-09-05T13:03:17.404" v="40" actId="113"/>
          <ac:graphicFrameMkLst>
            <pc:docMk/>
            <pc:sldMk cId="67448461" sldId="271"/>
            <ac:graphicFrameMk id="2" creationId="{59DCEAC8-DB72-C8D9-0DB4-F8D83D801ADB}"/>
          </ac:graphicFrameMkLst>
        </pc:graphicFrameChg>
      </pc:sldChg>
      <pc:sldChg chg="modSp mod">
        <pc:chgData name="Rich Reba" userId="8245d172-5b81-40f1-a13b-b71f02cd6700" providerId="ADAL" clId="{114B7AA1-CF7E-5D4E-B028-77ABD5A6FFAB}" dt="2024-09-05T13:03:35.571" v="44" actId="113"/>
        <pc:sldMkLst>
          <pc:docMk/>
          <pc:sldMk cId="3088802820" sldId="272"/>
        </pc:sldMkLst>
        <pc:graphicFrameChg chg="modGraphic">
          <ac:chgData name="Rich Reba" userId="8245d172-5b81-40f1-a13b-b71f02cd6700" providerId="ADAL" clId="{114B7AA1-CF7E-5D4E-B028-77ABD5A6FFAB}" dt="2024-09-05T13:03:35.571" v="44" actId="113"/>
          <ac:graphicFrameMkLst>
            <pc:docMk/>
            <pc:sldMk cId="3088802820" sldId="272"/>
            <ac:graphicFrameMk id="3" creationId="{F1699409-9005-50C8-4771-BC86CF9F9048}"/>
          </ac:graphicFrameMkLst>
        </pc:graphicFrameChg>
      </pc:sldChg>
      <pc:sldChg chg="modSp mod">
        <pc:chgData name="Rich Reba" userId="8245d172-5b81-40f1-a13b-b71f02cd6700" providerId="ADAL" clId="{114B7AA1-CF7E-5D4E-B028-77ABD5A6FFAB}" dt="2024-09-05T16:02:56.976" v="483" actId="20577"/>
        <pc:sldMkLst>
          <pc:docMk/>
          <pc:sldMk cId="3864669982" sldId="274"/>
        </pc:sldMkLst>
        <pc:graphicFrameChg chg="modGraphic">
          <ac:chgData name="Rich Reba" userId="8245d172-5b81-40f1-a13b-b71f02cd6700" providerId="ADAL" clId="{114B7AA1-CF7E-5D4E-B028-77ABD5A6FFAB}" dt="2024-09-05T16:02:56.976" v="483" actId="20577"/>
          <ac:graphicFrameMkLst>
            <pc:docMk/>
            <pc:sldMk cId="3864669982" sldId="274"/>
            <ac:graphicFrameMk id="5" creationId="{4B70F3A5-8062-29A2-30D0-2783CB3DFCCA}"/>
          </ac:graphicFrameMkLst>
        </pc:graphicFrameChg>
      </pc:sldChg>
    </pc:docChg>
  </pc:docChgLst>
  <pc:docChgLst>
    <pc:chgData name="Rich Reba" userId="8245d172-5b81-40f1-a13b-b71f02cd6700" providerId="ADAL" clId="{F858A462-7A92-D84E-AB3C-5FDFD3902F04}"/>
    <pc:docChg chg="modSld">
      <pc:chgData name="Rich Reba" userId="8245d172-5b81-40f1-a13b-b71f02cd6700" providerId="ADAL" clId="{F858A462-7A92-D84E-AB3C-5FDFD3902F04}" dt="2024-01-26T15:00:11.248" v="13" actId="20577"/>
      <pc:docMkLst>
        <pc:docMk/>
      </pc:docMkLst>
      <pc:sldChg chg="modSp mod">
        <pc:chgData name="Rich Reba" userId="8245d172-5b81-40f1-a13b-b71f02cd6700" providerId="ADAL" clId="{F858A462-7A92-D84E-AB3C-5FDFD3902F04}" dt="2024-01-26T15:00:11.248" v="13" actId="20577"/>
        <pc:sldMkLst>
          <pc:docMk/>
          <pc:sldMk cId="0" sldId="256"/>
        </pc:sldMkLst>
        <pc:spChg chg="mod">
          <ac:chgData name="Rich Reba" userId="8245d172-5b81-40f1-a13b-b71f02cd6700" providerId="ADAL" clId="{F858A462-7A92-D84E-AB3C-5FDFD3902F04}" dt="2024-01-26T15:00:11.248" v="13"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005444" y="2785676"/>
            <a:ext cx="10181112"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Professional Networking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Rich Reba, President</a:t>
            </a:r>
          </a:p>
          <a:p>
            <a:pPr marL="0" lvl="0" indent="0" algn="ctr" rtl="0">
              <a:lnSpc>
                <a:spcPct val="90000"/>
              </a:lnSpc>
              <a:spcBef>
                <a:spcPts val="1000"/>
              </a:spcBef>
              <a:spcAft>
                <a:spcPts val="0"/>
              </a:spcAft>
              <a:buClr>
                <a:schemeClr val="dk1"/>
              </a:buClr>
              <a:buSzPts val="2400"/>
              <a:buNone/>
            </a:pPr>
            <a:r>
              <a:rPr lang="en-US" dirty="0"/>
              <a:t>November 1, 2024</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2368350603"/>
              </p:ext>
            </p:extLst>
          </p:nvPr>
        </p:nvGraphicFramePr>
        <p:xfrm>
          <a:off x="338203" y="1336398"/>
          <a:ext cx="11649205" cy="5242560"/>
        </p:xfrm>
        <a:graphic>
          <a:graphicData uri="http://schemas.openxmlformats.org/drawingml/2006/table">
            <a:tbl>
              <a:tblPr firstRow="1" bandRow="1">
                <a:tableStyleId>{5940675A-B579-460E-94D1-54222C63F5DA}</a:tableStyleId>
              </a:tblPr>
              <a:tblGrid>
                <a:gridCol w="2066018">
                  <a:extLst>
                    <a:ext uri="{9D8B030D-6E8A-4147-A177-3AD203B41FA5}">
                      <a16:colId xmlns:a16="http://schemas.microsoft.com/office/drawing/2014/main" val="533583650"/>
                    </a:ext>
                  </a:extLst>
                </a:gridCol>
                <a:gridCol w="9583187">
                  <a:extLst>
                    <a:ext uri="{9D8B030D-6E8A-4147-A177-3AD203B41FA5}">
                      <a16:colId xmlns:a16="http://schemas.microsoft.com/office/drawing/2014/main" val="20127695"/>
                    </a:ext>
                  </a:extLst>
                </a:gridCol>
              </a:tblGrid>
              <a:tr h="246717">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46717">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Professional Networking</a:t>
                      </a:r>
                    </a:p>
                  </a:txBody>
                  <a:tcPr/>
                </a:tc>
                <a:extLst>
                  <a:ext uri="{0D108BD9-81ED-4DB2-BD59-A6C34878D82A}">
                    <a16:rowId xmlns:a16="http://schemas.microsoft.com/office/drawing/2014/main" val="2029769333"/>
                  </a:ext>
                </a:extLst>
              </a:tr>
              <a:tr h="246717">
                <a:tc>
                  <a:txBody>
                    <a:bodyPr/>
                    <a:lstStyle/>
                    <a:p>
                      <a:r>
                        <a:rPr lang="en-US" sz="1600" b="0" dirty="0"/>
                        <a:t>Service Owner</a:t>
                      </a:r>
                    </a:p>
                  </a:txBody>
                  <a:tcPr/>
                </a:tc>
                <a:tc>
                  <a:txBody>
                    <a:bodyPr/>
                    <a:lstStyle/>
                    <a:p>
                      <a:r>
                        <a:rPr lang="en-US" dirty="0"/>
                        <a:t>Rich Reba</a:t>
                      </a:r>
                    </a:p>
                  </a:txBody>
                  <a:tcPr/>
                </a:tc>
                <a:extLst>
                  <a:ext uri="{0D108BD9-81ED-4DB2-BD59-A6C34878D82A}">
                    <a16:rowId xmlns:a16="http://schemas.microsoft.com/office/drawing/2014/main" val="872717509"/>
                  </a:ext>
                </a:extLst>
              </a:tr>
              <a:tr h="1794303">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Professional Networking Service</a:t>
                      </a:r>
                    </a:p>
                    <a:p>
                      <a:pPr lvl="2"/>
                      <a:r>
                        <a:rPr lang="en-US" sz="1400" b="1" i="0" u="none" strike="noStrike" cap="none" dirty="0">
                          <a:solidFill>
                            <a:schemeClr val="tx1"/>
                          </a:solidFill>
                          <a:effectLst/>
                          <a:latin typeface="+mn-lt"/>
                          <a:ea typeface="+mn-ea"/>
                          <a:cs typeface="+mn-cs"/>
                          <a:sym typeface="Arial"/>
                        </a:rPr>
                        <a:t>IS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support function connecting a global AccelRR8 professional network</a:t>
                      </a:r>
                    </a:p>
                    <a:p>
                      <a:pPr lvl="2"/>
                      <a:r>
                        <a:rPr lang="en-US" sz="1400" b="1" i="0" u="none" strike="noStrike" cap="none" dirty="0">
                          <a:solidFill>
                            <a:schemeClr val="tx1"/>
                          </a:solidFill>
                          <a:effectLst/>
                          <a:latin typeface="+mn-lt"/>
                          <a:ea typeface="+mn-ea"/>
                          <a:cs typeface="+mn-cs"/>
                          <a:sym typeface="Arial"/>
                        </a:rPr>
                        <a:t>THAT </a:t>
                      </a:r>
                      <a:r>
                        <a:rPr lang="en-US" sz="1400" b="0" i="0" u="none" strike="noStrike" cap="none" dirty="0">
                          <a:solidFill>
                            <a:schemeClr val="tx1"/>
                          </a:solidFill>
                          <a:effectLst/>
                          <a:latin typeface="+mn-lt"/>
                          <a:ea typeface="+mn-ea"/>
                          <a:cs typeface="+mn-cs"/>
                          <a:sym typeface="Arial"/>
                        </a:rPr>
                        <a:t>helps leaders to network and practice growing value exponentially at scale together, to accelerate success for themselves, their industry, and all humanity</a:t>
                      </a:r>
                      <a:r>
                        <a:rPr lang="en-US" dirty="0"/>
                        <a:t>.</a:t>
                      </a:r>
                      <a:endParaRPr lang="en-US" sz="1400" b="0" i="0" u="none" strike="noStrike" cap="none" dirty="0">
                        <a:solidFill>
                          <a:schemeClr val="tx1"/>
                        </a:solidFill>
                        <a:effectLst/>
                        <a:latin typeface="+mn-lt"/>
                        <a:ea typeface="+mn-ea"/>
                        <a:cs typeface="+mn-cs"/>
                        <a:sym typeface="Arial"/>
                      </a:endParaRP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professional networks,</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due to </a:t>
                      </a:r>
                      <a:r>
                        <a:rPr lang="en-US" sz="1400" b="1" i="0" u="none" strike="noStrike" cap="none" dirty="0">
                          <a:solidFill>
                            <a:srgbClr val="00B050"/>
                          </a:solidFill>
                          <a:effectLst/>
                          <a:latin typeface="+mn-lt"/>
                          <a:ea typeface="+mn-ea"/>
                          <a:cs typeface="+mn-cs"/>
                          <a:sym typeface="Arial"/>
                        </a:rPr>
                        <a:t>network effects</a:t>
                      </a:r>
                      <a:r>
                        <a:rPr lang="en-US" sz="1400" b="0" i="0" u="none" strike="noStrike" cap="none" dirty="0">
                          <a:solidFill>
                            <a:schemeClr val="tx1"/>
                          </a:solidFill>
                          <a:effectLst/>
                          <a:latin typeface="+mn-lt"/>
                          <a:ea typeface="+mn-ea"/>
                          <a:cs typeface="+mn-cs"/>
                          <a:sym typeface="Arial"/>
                        </a:rPr>
                        <a:t>, value for all collaborators grows exponentially as their numbers grow linearly.</a:t>
                      </a:r>
                    </a:p>
                  </a:txBody>
                  <a:tcPr/>
                </a:tc>
                <a:extLst>
                  <a:ext uri="{0D108BD9-81ED-4DB2-BD59-A6C34878D82A}">
                    <a16:rowId xmlns:a16="http://schemas.microsoft.com/office/drawing/2014/main" val="2047728929"/>
                  </a:ext>
                </a:extLst>
              </a:tr>
              <a:tr h="538291">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Collaborators</a:t>
                      </a:r>
                      <a:r>
                        <a:rPr lang="en-US" dirty="0"/>
                        <a:t>:  improve their professional network, skills, brand, and career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46717">
                <a:tc>
                  <a:txBody>
                    <a:bodyPr/>
                    <a:lstStyle/>
                    <a:p>
                      <a:r>
                        <a:rPr lang="en-US" sz="1600" b="0" dirty="0"/>
                        <a:t>Leading Indicators</a:t>
                      </a:r>
                    </a:p>
                  </a:txBody>
                  <a:tcPr/>
                </a:tc>
                <a:tc>
                  <a:txBody>
                    <a:bodyPr/>
                    <a:lstStyle/>
                    <a:p>
                      <a:r>
                        <a:rPr lang="en-US" dirty="0"/>
                        <a:t>1000 collaborators in the AccelRR8 professional network who are net promoters of this service</a:t>
                      </a:r>
                    </a:p>
                  </a:txBody>
                  <a:tcPr/>
                </a:tc>
                <a:extLst>
                  <a:ext uri="{0D108BD9-81ED-4DB2-BD59-A6C34878D82A}">
                    <a16:rowId xmlns:a16="http://schemas.microsoft.com/office/drawing/2014/main" val="1735022269"/>
                  </a:ext>
                </a:extLst>
              </a:tr>
              <a:tr h="426147">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becoming and remaining a collaborator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5676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3148504841"/>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collaborators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collaborator satisfaction?   13:  collaborators want exposure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critical mass of collaborators is needed for network effects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collaborators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collaborators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engage 100+ initial collaborators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Each new collaborator will need to engage 10 additional collaborators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4591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9D6D51B8-EAEB-EAC5-1B5E-A8C3E5DDAE00}"/>
              </a:ext>
            </a:extLst>
          </p:cNvPr>
          <p:cNvSpPr txBox="1"/>
          <p:nvPr/>
        </p:nvSpPr>
        <p:spPr>
          <a:xfrm>
            <a:off x="969319" y="6284748"/>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418812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199622605"/>
              </p:ext>
            </p:extLst>
          </p:nvPr>
        </p:nvGraphicFramePr>
        <p:xfrm>
          <a:off x="969319" y="1690688"/>
          <a:ext cx="9991124" cy="4316518"/>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7735329">
                  <a:extLst>
                    <a:ext uri="{9D8B030D-6E8A-4147-A177-3AD203B41FA5}">
                      <a16:colId xmlns:a16="http://schemas.microsoft.com/office/drawing/2014/main" val="20127695"/>
                    </a:ext>
                  </a:extLst>
                </a:gridCol>
              </a:tblGrid>
              <a:tr h="2274358">
                <a:tc>
                  <a:txBody>
                    <a:bodyPr/>
                    <a:lstStyle/>
                    <a:p>
                      <a:r>
                        <a:rPr lang="en-US" sz="1600" b="1" dirty="0"/>
                        <a:t>Alternative 1:</a:t>
                      </a:r>
                      <a:br>
                        <a:rPr lang="en-US" sz="1600" b="0" dirty="0"/>
                      </a:br>
                      <a:r>
                        <a:rPr lang="en-US" sz="1600" b="0" dirty="0"/>
                        <a:t>Global, Free, Virtual Professional Network</a:t>
                      </a:r>
                    </a:p>
                    <a:p>
                      <a:endParaRPr lang="en-US" sz="1600" b="0" dirty="0"/>
                    </a:p>
                    <a:p>
                      <a:r>
                        <a:rPr lang="en-US" sz="1600" b="0" i="1" dirty="0"/>
                        <a:t>SELECTED</a:t>
                      </a:r>
                    </a:p>
                    <a:p>
                      <a:endParaRPr lang="en-US" sz="1600" b="0" i="1" dirty="0"/>
                    </a:p>
                  </a:txBody>
                  <a:tcPr/>
                </a:tc>
                <a:tc>
                  <a:txBody>
                    <a:bodyPr/>
                    <a:lstStyle/>
                    <a:p>
                      <a:r>
                        <a:rPr lang="en-US" dirty="0"/>
                        <a:t>Help enterprising Tech Services leaders make connections and network virtually via free electronic platforms such as LinkedIn</a:t>
                      </a:r>
                    </a:p>
                  </a:txBody>
                  <a:tcPr/>
                </a:tc>
                <a:extLst>
                  <a:ext uri="{0D108BD9-81ED-4DB2-BD59-A6C34878D82A}">
                    <a16:rowId xmlns:a16="http://schemas.microsoft.com/office/drawing/2014/main" val="1092281396"/>
                  </a:ext>
                </a:extLst>
              </a:tr>
              <a:tr h="146916">
                <a:tc>
                  <a:txBody>
                    <a:bodyPr/>
                    <a:lstStyle/>
                    <a:p>
                      <a:r>
                        <a:rPr lang="en-US" sz="1600" b="1" dirty="0"/>
                        <a:t>Alternative 2:</a:t>
                      </a:r>
                      <a:br>
                        <a:rPr lang="en-US" sz="1600" b="0" dirty="0"/>
                      </a:br>
                      <a:r>
                        <a:rPr lang="en-US" sz="1600" b="0" dirty="0"/>
                        <a:t>Local, Fee-based, </a:t>
                      </a:r>
                      <a:br>
                        <a:rPr lang="en-US" sz="1600" b="0" dirty="0"/>
                      </a:br>
                      <a:r>
                        <a:rPr lang="en-US" sz="1600" b="0" dirty="0"/>
                        <a:t>In-Person </a:t>
                      </a:r>
                      <a:br>
                        <a:rPr lang="en-US" sz="1600" b="0" dirty="0"/>
                      </a:br>
                      <a:r>
                        <a:rPr lang="en-US" sz="1600" b="0" dirty="0"/>
                        <a:t>Professional Network</a:t>
                      </a:r>
                    </a:p>
                    <a:p>
                      <a:endParaRPr lang="en-US" sz="1600" b="0" dirty="0"/>
                    </a:p>
                    <a:p>
                      <a:r>
                        <a:rPr lang="en-US" sz="1600" b="0" i="1" dirty="0"/>
                        <a:t>CONSIDER FOR FUTURE VERSION</a:t>
                      </a:r>
                    </a:p>
                    <a:p>
                      <a:endParaRPr lang="en-US" sz="1600" b="0" i="1" dirty="0"/>
                    </a:p>
                  </a:txBody>
                  <a:tcPr/>
                </a:tc>
                <a:tc>
                  <a:txBody>
                    <a:bodyPr/>
                    <a:lstStyle/>
                    <a:p>
                      <a:r>
                        <a:rPr lang="en-US" dirty="0"/>
                        <a:t>(Like Toastmasters) Sponsor and host fee-based events to help enterprising Tech Services leaders make in-person connections and network in localities starting with the Washington, D.C. metro area</a:t>
                      </a: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19173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DF0CCA37-1217-B7D3-8320-72D1D9B53C50}"/>
              </a:ext>
            </a:extLst>
          </p:cNvPr>
          <p:cNvGraphicFramePr>
            <a:graphicFrameLocks noGrp="1"/>
          </p:cNvGraphicFramePr>
          <p:nvPr>
            <p:extLst>
              <p:ext uri="{D42A27DB-BD31-4B8C-83A1-F6EECF244321}">
                <p14:modId xmlns:p14="http://schemas.microsoft.com/office/powerpoint/2010/main" val="1550568875"/>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collaborators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collaborator satisfaction?   13:  collaborators want exposure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critical mass of collaborators is needed for network effects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collaborators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collaborators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engage 100+ initial collaborators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Each new collaborator will need to engage 10 additional collaborators (6 months)</a:t>
                      </a:r>
                    </a:p>
                  </a:txBody>
                  <a:tcPr/>
                </a:tc>
                <a:extLst>
                  <a:ext uri="{0D108BD9-81ED-4DB2-BD59-A6C34878D82A}">
                    <a16:rowId xmlns:a16="http://schemas.microsoft.com/office/drawing/2014/main" val="2029769333"/>
                  </a:ext>
                </a:extLst>
              </a:tr>
            </a:tbl>
          </a:graphicData>
        </a:graphic>
      </p:graphicFrame>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2061638541"/>
              </p:ext>
            </p:extLst>
          </p:nvPr>
        </p:nvGraphicFramePr>
        <p:xfrm>
          <a:off x="976428" y="1690688"/>
          <a:ext cx="9971321" cy="4655651"/>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Rich Reba</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Sumo </a:t>
                      </a:r>
                      <a:r>
                        <a:rPr lang="en-US" sz="1100" dirty="0" err="1">
                          <a:solidFill>
                            <a:schemeClr val="tx1"/>
                          </a:solidFill>
                          <a:effectLst/>
                        </a:rPr>
                        <a:t>Mitro</a:t>
                      </a:r>
                      <a:r>
                        <a:rPr lang="en-US" sz="1100" dirty="0">
                          <a:solidFill>
                            <a:schemeClr val="tx1"/>
                          </a:solidFill>
                          <a:effectLst/>
                        </a:rPr>
                        <a:t>, Pete </a:t>
                      </a:r>
                      <a:r>
                        <a:rPr lang="en-US" sz="1100" dirty="0" err="1">
                          <a:solidFill>
                            <a:schemeClr val="tx1"/>
                          </a:solidFill>
                          <a:effectLst/>
                        </a:rPr>
                        <a:t>Tseronis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a:t>
                      </a:r>
                      <a:r>
                        <a:rPr lang="en-US" sz="1100" b="0" i="0" u="none" strike="noStrike" cap="none" dirty="0">
                          <a:solidFill>
                            <a:schemeClr val="tx1"/>
                          </a:solidFill>
                          <a:effectLst/>
                          <a:latin typeface="+mn-lt"/>
                          <a:ea typeface="+mn-ea"/>
                          <a:cs typeface="+mn-cs"/>
                          <a:sym typeface="Arial"/>
                        </a:rPr>
                        <a:t> 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a:t>
                      </a:r>
                      <a:r>
                        <a:rPr lang="en-US" sz="1100" b="0" i="0" u="none" strike="noStrike" cap="none" dirty="0">
                          <a:solidFill>
                            <a:schemeClr val="tx1"/>
                          </a:solidFill>
                          <a:effectLst/>
                          <a:latin typeface="+mn-lt"/>
                          <a:ea typeface="+mn-ea"/>
                          <a:cs typeface="+mn-cs"/>
                          <a:sym typeface="Arial"/>
                        </a:rPr>
                        <a:t> 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a:t>
                      </a:r>
                      <a:r>
                        <a:rPr lang="en-US" sz="1100" b="0" i="0" u="none" strike="noStrike" cap="none" dirty="0">
                          <a:solidFill>
                            <a:schemeClr val="tx1"/>
                          </a:solidFill>
                          <a:effectLst/>
                          <a:latin typeface="+mn-lt"/>
                          <a:ea typeface="+mn-ea"/>
                          <a:cs typeface="+mn-cs"/>
                          <a:sym typeface="Arial"/>
                        </a:rPr>
                        <a:t> AccelRR8 Consortium Non-Profit’s Professional Networking Service </a:t>
                      </a:r>
                      <a:r>
                        <a:rPr lang="en-US" sz="1100" b="1" i="0" u="none" strike="noStrike" cap="none" dirty="0">
                          <a:solidFill>
                            <a:schemeClr val="tx1"/>
                          </a:solidFill>
                          <a:effectLst/>
                          <a:latin typeface="+mn-lt"/>
                          <a:ea typeface="+mn-ea"/>
                          <a:cs typeface="+mn-cs"/>
                          <a:sym typeface="Arial"/>
                        </a:rPr>
                        <a:t>IS AN</a:t>
                      </a:r>
                      <a:r>
                        <a:rPr lang="en-US" sz="1100" b="0" i="0" u="none" strike="noStrike" cap="none" dirty="0">
                          <a:solidFill>
                            <a:schemeClr val="tx1"/>
                          </a:solidFill>
                          <a:effectLst/>
                          <a:latin typeface="+mn-lt"/>
                          <a:ea typeface="+mn-ea"/>
                          <a:cs typeface="+mn-cs"/>
                          <a:sym typeface="Arial"/>
                        </a:rPr>
                        <a:t>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support function connecting a global AccelRR8 professional network </a:t>
                      </a:r>
                      <a:r>
                        <a:rPr lang="en-US" sz="1100" b="1" i="0" u="none" strike="noStrike" cap="none" dirty="0">
                          <a:solidFill>
                            <a:schemeClr val="tx1"/>
                          </a:solidFill>
                          <a:effectLst/>
                          <a:latin typeface="+mn-lt"/>
                          <a:ea typeface="+mn-ea"/>
                          <a:cs typeface="+mn-cs"/>
                          <a:sym typeface="Arial"/>
                        </a:rPr>
                        <a:t>THAT</a:t>
                      </a:r>
                      <a:r>
                        <a:rPr lang="en-US" sz="1100" b="0" i="0" u="none" strike="noStrike" cap="none" dirty="0">
                          <a:solidFill>
                            <a:schemeClr val="tx1"/>
                          </a:solidFill>
                          <a:effectLst/>
                          <a:latin typeface="+mn-lt"/>
                          <a:ea typeface="+mn-ea"/>
                          <a:cs typeface="+mn-cs"/>
                          <a:sym typeface="Arial"/>
                        </a:rPr>
                        <a:t> helps leaders to network and practice growing value exponentially at scale together, to accelerate success for themselves, their industry, and all humanity.</a:t>
                      </a: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a:t>
                      </a:r>
                      <a:r>
                        <a:rPr lang="en-US" sz="1100" b="0" i="0" u="none" strike="noStrike" cap="none" dirty="0">
                          <a:solidFill>
                            <a:schemeClr val="tx1"/>
                          </a:solidFill>
                          <a:effectLst/>
                          <a:latin typeface="+mn-lt"/>
                          <a:ea typeface="+mn-ea"/>
                          <a:cs typeface="+mn-cs"/>
                          <a:sym typeface="Arial"/>
                        </a:rPr>
                        <a:t> other associations that support professional networks, </a:t>
                      </a:r>
                      <a:r>
                        <a:rPr lang="en-US" sz="1100" b="1" i="0" u="none" strike="noStrike" cap="none" dirty="0">
                          <a:solidFill>
                            <a:schemeClr val="tx1"/>
                          </a:solidFill>
                          <a:effectLst/>
                          <a:latin typeface="+mn-lt"/>
                          <a:ea typeface="+mn-ea"/>
                          <a:cs typeface="+mn-cs"/>
                          <a:sym typeface="Arial"/>
                        </a:rPr>
                        <a:t>OUR SERVICE’s</a:t>
                      </a:r>
                      <a:r>
                        <a:rPr lang="en-US" sz="1100" b="0" i="0" u="none" strike="noStrike" cap="none" dirty="0">
                          <a:solidFill>
                            <a:schemeClr val="tx1"/>
                          </a:solidFill>
                          <a:effectLst/>
                          <a:latin typeface="+mn-lt"/>
                          <a:ea typeface="+mn-ea"/>
                          <a:cs typeface="+mn-cs"/>
                          <a:sym typeface="Arial"/>
                        </a:rPr>
                        <a:t> own success will be a key proof point of our Consortium’s core premise:  due to </a:t>
                      </a:r>
                      <a:r>
                        <a:rPr lang="en-US" sz="1100" b="1" i="0" u="none" strike="noStrike" cap="none" dirty="0">
                          <a:solidFill>
                            <a:srgbClr val="00B050"/>
                          </a:solidFill>
                          <a:effectLst/>
                          <a:latin typeface="+mn-lt"/>
                          <a:ea typeface="+mn-ea"/>
                          <a:cs typeface="+mn-cs"/>
                          <a:sym typeface="Arial"/>
                        </a:rPr>
                        <a:t>network effects</a:t>
                      </a:r>
                      <a:r>
                        <a:rPr lang="en-US" sz="1100" b="0" i="0" u="none" strike="noStrike" cap="none" dirty="0">
                          <a:solidFill>
                            <a:schemeClr val="tx1"/>
                          </a:solidFill>
                          <a:effectLst/>
                          <a:latin typeface="+mn-lt"/>
                          <a:ea typeface="+mn-ea"/>
                          <a:cs typeface="+mn-cs"/>
                          <a:sym typeface="Arial"/>
                        </a:rPr>
                        <a:t>, value for all collaborators grows exponentially as their numbers grow linearly.</a:t>
                      </a: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Collaborators: </a:t>
                      </a:r>
                      <a:r>
                        <a:rPr lang="en-US" sz="1100" dirty="0">
                          <a:solidFill>
                            <a:schemeClr val="tx1"/>
                          </a:solidFill>
                          <a:effectLst/>
                        </a:rPr>
                        <a:t>improve their professional network, skills, brand, and career opportunities as measured via survey of collaborators</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collaborators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collaborators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collaborators </a:t>
                      </a:r>
                      <a:br>
                        <a:rPr lang="en-US" sz="1100" dirty="0">
                          <a:solidFill>
                            <a:schemeClr val="tx1"/>
                          </a:solidFill>
                          <a:effectLst/>
                        </a:rPr>
                      </a:br>
                      <a:r>
                        <a:rPr lang="en-US" sz="1100" dirty="0">
                          <a:solidFill>
                            <a:schemeClr val="tx1"/>
                          </a:solidFill>
                          <a:effectLst/>
                        </a:rPr>
                        <a:t>- are participating in the AccelRR8 Consortium professional network, and </a:t>
                      </a:r>
                      <a:br>
                        <a:rPr lang="en-US" sz="1100" dirty="0">
                          <a:solidFill>
                            <a:schemeClr val="tx1"/>
                          </a:solidFill>
                          <a:effectLst/>
                        </a:rPr>
                      </a:br>
                      <a:r>
                        <a:rPr lang="en-US" sz="1100" dirty="0">
                          <a:solidFill>
                            <a:schemeClr val="tx1"/>
                          </a:solidFill>
                          <a:effectLst/>
                        </a:rPr>
                        <a:t>- are Net Promoters of this service as measured via survey of collaborators.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3803830857"/>
              </p:ext>
            </p:extLst>
          </p:nvPr>
        </p:nvGraphicFramePr>
        <p:xfrm>
          <a:off x="838199" y="1591460"/>
          <a:ext cx="10515603" cy="4456410"/>
        </p:xfrm>
        <a:graphic>
          <a:graphicData uri="http://schemas.openxmlformats.org/drawingml/2006/table">
            <a:tbl>
              <a:tblPr firstRow="1" firstCol="1" bandRow="1" bandCol="1">
                <a:tableStyleId>{5940675A-B579-460E-94D1-54222C63F5DA}</a:tableStyleId>
              </a:tblPr>
              <a:tblGrid>
                <a:gridCol w="2540621">
                  <a:extLst>
                    <a:ext uri="{9D8B030D-6E8A-4147-A177-3AD203B41FA5}">
                      <a16:colId xmlns:a16="http://schemas.microsoft.com/office/drawing/2014/main" val="335540143"/>
                    </a:ext>
                  </a:extLst>
                </a:gridCol>
                <a:gridCol w="2453515">
                  <a:extLst>
                    <a:ext uri="{9D8B030D-6E8A-4147-A177-3AD203B41FA5}">
                      <a16:colId xmlns:a16="http://schemas.microsoft.com/office/drawing/2014/main" val="298461284"/>
                    </a:ext>
                  </a:extLst>
                </a:gridCol>
                <a:gridCol w="5521467">
                  <a:extLst>
                    <a:ext uri="{9D8B030D-6E8A-4147-A177-3AD203B41FA5}">
                      <a16:colId xmlns:a16="http://schemas.microsoft.com/office/drawing/2014/main" val="1867107964"/>
                    </a:ext>
                  </a:extLst>
                </a:gridCol>
              </a:tblGrid>
              <a:tr h="2255711">
                <a:tc>
                  <a:txBody>
                    <a:bodyPr/>
                    <a:lstStyle/>
                    <a:p>
                      <a:pPr marL="0" marR="0">
                        <a:lnSpc>
                          <a:spcPct val="115000"/>
                        </a:lnSpc>
                        <a:spcBef>
                          <a:spcPts val="0"/>
                        </a:spcBef>
                        <a:spcAft>
                          <a:spcPts val="1000"/>
                        </a:spcAft>
                      </a:pPr>
                      <a:r>
                        <a:rPr lang="en-US" sz="1100" b="1" dirty="0">
                          <a:solidFill>
                            <a:schemeClr val="tx1"/>
                          </a:solidFill>
                          <a:effectLst/>
                        </a:rPr>
                        <a:t>In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Enterprising Tech Services leaders can join the AccelRR8 Consortium network as collaborators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Global, fre</a:t>
                      </a:r>
                      <a:r>
                        <a:rPr lang="en-US" sz="1100" dirty="0">
                          <a:solidFill>
                            <a:schemeClr val="tx1"/>
                          </a:solidFill>
                          <a:effectLst/>
                          <a:latin typeface="Arial" panose="020B0604020202020204" pitchFamily="34" charset="0"/>
                          <a:cs typeface="Arial" panose="020B0604020202020204" pitchFamily="34" charset="0"/>
                        </a:rPr>
                        <a:t>e, virtual professional network</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Helps Tech Services leaders make connections and collaborate virtually via free electronic platforms</a:t>
                      </a: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Toastmasters) Individual leaders can join a club / local chapter for a one-time new member fee and a monthly membership fee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ASUG) Organizations can pay an annual fee that covers Professional Networking fees for all employees</a:t>
                      </a:r>
                    </a:p>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14300" indent="-114300">
                        <a:buFont typeface="Arial" panose="020B0604020202020204" pitchFamily="34" charset="0"/>
                        <a:buChar char="•"/>
                        <a:tabLst/>
                      </a:pPr>
                      <a:r>
                        <a:rPr lang="en-US" sz="1100" b="1" dirty="0"/>
                        <a:t>Desirability</a:t>
                      </a:r>
                      <a:r>
                        <a:rPr lang="en-US" sz="1100" dirty="0"/>
                        <a:t>:  all want exponential success, few know how to generate it, and stakeholders like our values and culture</a:t>
                      </a:r>
                    </a:p>
                    <a:p>
                      <a:pPr marL="114300" indent="-114300">
                        <a:buFont typeface="Arial" panose="020B0604020202020204" pitchFamily="34" charset="0"/>
                        <a:buChar char="•"/>
                        <a:tabLst/>
                      </a:pPr>
                      <a:r>
                        <a:rPr lang="en-US" sz="1100" b="1" dirty="0"/>
                        <a:t>Viability</a:t>
                      </a:r>
                      <a:r>
                        <a:rPr lang="en-US" sz="1100" dirty="0"/>
                        <a:t>:  the Consortium has the required capabilities and isn’t trying to boil the ocean</a:t>
                      </a:r>
                    </a:p>
                    <a:p>
                      <a:pPr marL="114300" indent="-114300">
                        <a:buFont typeface="Arial" panose="020B0604020202020204" pitchFamily="34" charset="0"/>
                        <a:buChar char="•"/>
                        <a:tabLst/>
                      </a:pPr>
                      <a:r>
                        <a:rPr lang="en-US" sz="1100" b="1" dirty="0"/>
                        <a:t>Sustainability</a:t>
                      </a:r>
                      <a:r>
                        <a:rPr lang="en-US" sz="1100" dirty="0"/>
                        <a:t>:  the core premise (proven accelerators mathematically capable of generating exponential results) is enduring</a:t>
                      </a:r>
                    </a:p>
                    <a:p>
                      <a:pPr marL="114300" indent="-114300">
                        <a:buFont typeface="Arial" panose="020B0604020202020204" pitchFamily="34" charset="0"/>
                        <a:buChar char="•"/>
                        <a:tabLst/>
                      </a:pPr>
                      <a:r>
                        <a:rPr lang="en-US" sz="1100" b="1" dirty="0"/>
                        <a:t>Performance</a:t>
                      </a:r>
                      <a:r>
                        <a:rPr lang="en-US" sz="1100" dirty="0"/>
                        <a:t>:  the organization’s own success will be a key proof of our core premise, creating a virtuous cycle</a:t>
                      </a:r>
                    </a:p>
                    <a:p>
                      <a:pPr marL="114300" indent="-114300">
                        <a:buFont typeface="Arial" panose="020B0604020202020204" pitchFamily="34" charset="0"/>
                        <a:buChar char="•"/>
                        <a:tabLst/>
                      </a:pPr>
                      <a:r>
                        <a:rPr lang="en-US" sz="1100" b="1" dirty="0"/>
                        <a:t>Usability</a:t>
                      </a:r>
                      <a:r>
                        <a:rPr lang="en-US" sz="1100" dirty="0"/>
                        <a:t>:  becoming and remaining a collaborator must be incredibly easy</a:t>
                      </a:r>
                    </a:p>
                    <a:p>
                      <a:pPr marL="0" marR="0">
                        <a:lnSpc>
                          <a:spcPct val="115000"/>
                        </a:lnSpc>
                        <a:spcBef>
                          <a:spcPts val="0"/>
                        </a:spcBef>
                        <a:spcAft>
                          <a:spcPts val="1000"/>
                        </a:spcAft>
                      </a:pPr>
                      <a:r>
                        <a:rPr lang="en-US" sz="1100" dirty="0">
                          <a:solidFill>
                            <a:schemeClr val="tx1"/>
                          </a:solidFill>
                          <a:effectLst/>
                        </a:rPr>
                        <a:t> </a:t>
                      </a:r>
                      <a:endParaRPr lang="en-US" dirty="0"/>
                    </a:p>
                  </a:txBody>
                  <a:tcPr marL="40793" marR="40793" marT="0" marB="0"/>
                </a:tc>
                <a:extLst>
                  <a:ext uri="{0D108BD9-81ED-4DB2-BD59-A6C34878D82A}">
                    <a16:rowId xmlns:a16="http://schemas.microsoft.com/office/drawing/2014/main" val="1803020786"/>
                  </a:ext>
                </a:extLst>
              </a:tr>
              <a:tr h="1064726">
                <a:tc gridSpan="2">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Enterprising Tech Services leaders simply click to identify as a network collaborator in the AccelRR8 Consortium’s free electronic platform</a:t>
                      </a:r>
                      <a:endParaRPr lang="en-US" sz="1100" dirty="0">
                        <a:solidFill>
                          <a:schemeClr val="tx1"/>
                        </a:solidFill>
                        <a:effectLst/>
                        <a:latin typeface="Arial" panose="020B0604020202020204" pitchFamily="34" charset="0"/>
                        <a:cs typeface="Arial" panose="020B0604020202020204" pitchFamily="34" charset="0"/>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can learn about, and make connections directly with, each other</a:t>
                      </a:r>
                    </a:p>
                    <a:p>
                      <a:pPr marL="123825" marR="0" lvl="0" indent="-123825" algn="l" defTabSz="914400" rtl="0" eaLnBrk="1" fontAlgn="auto" latinLnBrk="0" hangingPunct="1">
                        <a:lnSpc>
                          <a:spcPct val="115000"/>
                        </a:lnSpc>
                        <a:spcBef>
                          <a:spcPts val="0"/>
                        </a:spcBef>
                        <a:spcAft>
                          <a:spcPts val="0"/>
                        </a:spcAft>
                        <a:buClr>
                          <a:srgbClr val="000000"/>
                        </a:buClr>
                        <a:buSzTx/>
                        <a:buFont typeface="Symbol" pitchFamily="2" charset="2"/>
                        <a:buChar char=""/>
                        <a:tabLst/>
                        <a:defRPr/>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Consortium leaders can view analytics about network collaborators</a:t>
                      </a:r>
                      <a:endParaRPr lang="en-US" sz="1100" dirty="0">
                        <a:solidFill>
                          <a:schemeClr val="tx1"/>
                        </a:solidFill>
                        <a:effectLst/>
                      </a:endParaRPr>
                    </a:p>
                    <a:p>
                      <a:pPr marL="0" marR="0">
                        <a:lnSpc>
                          <a:spcPct val="115000"/>
                        </a:lnSpc>
                        <a:spcBef>
                          <a:spcPts val="0"/>
                        </a:spcBef>
                        <a:spcAft>
                          <a:spcPts val="1000"/>
                        </a:spcAft>
                      </a:pPr>
                      <a:r>
                        <a:rPr lang="en-US" sz="1100" dirty="0">
                          <a:solidFill>
                            <a:schemeClr val="tx1"/>
                          </a:solidFill>
                          <a:effectLst/>
                        </a:rPr>
                        <a:t> </a:t>
                      </a:r>
                      <a:endParaRPr lang="en-US" dirty="0"/>
                    </a:p>
                  </a:txBody>
                  <a:tcPr marL="40793" marR="40793" marT="0" marB="0"/>
                </a:tc>
                <a:extLst>
                  <a:ext uri="{0D108BD9-81ED-4DB2-BD59-A6C34878D82A}">
                    <a16:rowId xmlns:a16="http://schemas.microsoft.com/office/drawing/2014/main" val="2776873087"/>
                  </a:ext>
                </a:extLst>
              </a:tr>
              <a:tr h="1135973">
                <a:tc gridSpan="2">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Collaborators.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7EAC0157-6343-D56D-5D76-3AAA75837A76}"/>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3072664858"/>
              </p:ext>
            </p:extLst>
          </p:nvPr>
        </p:nvGraphicFramePr>
        <p:xfrm>
          <a:off x="939452" y="1383519"/>
          <a:ext cx="10396603" cy="4847000"/>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1015853">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Network Effects</a:t>
                      </a:r>
                      <a:r>
                        <a:rPr lang="en-US" sz="1100" dirty="0">
                          <a:solidFill>
                            <a:schemeClr val="tx1"/>
                          </a:solidFill>
                          <a:effectLst/>
                        </a:rPr>
                        <a:t> among a Professional Network of 1,000+ initial collaborators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789725">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918874">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Customer Acquisition, and Service Fulfillment for our MVP should be focused on attracting and retaining 1,000+ initial collaborators, all who are Net Promoters of the Consortium’s services and its core premise.  As our Service mature beyond MVP, and we find new revenue sources, we will be able to invest in more sophisticated Demand Generation, Customer Acquisition, and Service Fulfillment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892361">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An opportunity cost of one 10% fraction of Rich Reba’s time for 2 months, which is equivalent to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620770">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collaborators in the Professional Network,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collaborators, the Tech Services industry, and humanity, as measured by stakeholder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F2D42400-5633-A72C-1FD7-4E3F59FDFE1F}"/>
              </a:ext>
            </a:extLst>
          </p:cNvPr>
          <p:cNvSpPr txBox="1"/>
          <p:nvPr/>
        </p:nvSpPr>
        <p:spPr>
          <a:xfrm>
            <a:off x="939452" y="6550223"/>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1896931182"/>
              </p:ext>
            </p:extLst>
          </p:nvPr>
        </p:nvGraphicFramePr>
        <p:xfrm>
          <a:off x="838199" y="1690688"/>
          <a:ext cx="10610590" cy="4340389"/>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27840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Customer Acquisition Kit, and Service Fulfillment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Professional Networking Service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Professional Networking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140302330"/>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Professional Networking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Customer Acquisition Kit, and Service Fulfillment Kit components.</a:t>
                      </a:r>
                    </a:p>
                    <a:p>
                      <a:pPr marL="0" marR="0">
                        <a:lnSpc>
                          <a:spcPct val="115000"/>
                        </a:lnSpc>
                        <a:spcBef>
                          <a:spcPts val="0"/>
                        </a:spcBef>
                        <a:spcAft>
                          <a:spcPts val="1000"/>
                        </a:spcAft>
                      </a:pPr>
                      <a:endParaRPr lang="en-US" sz="1100" dirty="0">
                        <a:solidFill>
                          <a:schemeClr val="tx1"/>
                        </a:solidFill>
                        <a:effectLst/>
                      </a:endParaRP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Professional Networking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the AccelRR8 Consortium Non-Profit</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488384586"/>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Professional Networking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8" name="Table 7">
            <a:extLst>
              <a:ext uri="{FF2B5EF4-FFF2-40B4-BE49-F238E27FC236}">
                <a16:creationId xmlns:a16="http://schemas.microsoft.com/office/drawing/2014/main" id="{EAC54515-146B-F050-4501-5918908F45C7}"/>
              </a:ext>
            </a:extLst>
          </p:cNvPr>
          <p:cNvGraphicFramePr>
            <a:graphicFrameLocks noGrp="1"/>
          </p:cNvGraphicFramePr>
          <p:nvPr>
            <p:extLst>
              <p:ext uri="{D42A27DB-BD31-4B8C-83A1-F6EECF244321}">
                <p14:modId xmlns:p14="http://schemas.microsoft.com/office/powerpoint/2010/main" val="2906441648"/>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Professional Networking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service&gt;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14556</TotalTime>
  <Words>2559</Words>
  <Application>Microsoft Macintosh PowerPoint</Application>
  <PresentationFormat>Widescreen</PresentationFormat>
  <Paragraphs>263</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Professional Networking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Service MVP  Component Descriptions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135</cp:revision>
  <cp:lastPrinted>2023-12-07T14:04:48Z</cp:lastPrinted>
  <dcterms:created xsi:type="dcterms:W3CDTF">2023-08-22T19:09:59Z</dcterms:created>
  <dcterms:modified xsi:type="dcterms:W3CDTF">2024-11-01T20:28:35Z</dcterms:modified>
</cp:coreProperties>
</file>