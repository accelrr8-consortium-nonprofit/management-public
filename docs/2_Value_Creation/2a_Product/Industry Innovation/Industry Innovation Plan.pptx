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7"/>
  </p:notesMasterIdLst>
  <p:sldIdLst>
    <p:sldId id="256" r:id="rId2"/>
    <p:sldId id="274" r:id="rId3"/>
    <p:sldId id="270" r:id="rId4"/>
    <p:sldId id="272" r:id="rId5"/>
    <p:sldId id="265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75714F-D609-ED4B-8340-5F391C02F63F}" v="4" dt="2024-10-01T01:35:57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/>
    <p:restoredTop sz="95801"/>
  </p:normalViewPr>
  <p:slideViewPr>
    <p:cSldViewPr snapToGrid="0">
      <p:cViewPr varScale="1">
        <p:scale>
          <a:sx n="102" d="100"/>
          <a:sy n="102" d="100"/>
        </p:scale>
        <p:origin x="10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8245d172-5b81-40f1-a13b-b71f02cd6700" providerId="ADAL" clId="{83D6B05A-8309-F145-98E4-FC0AFE7848C8}"/>
    <pc:docChg chg="custSel addSld delSld modSld modMainMaster">
      <pc:chgData name="Rich Reba" userId="8245d172-5b81-40f1-a13b-b71f02cd6700" providerId="ADAL" clId="{83D6B05A-8309-F145-98E4-FC0AFE7848C8}" dt="2024-04-17T14:10:43.158" v="64" actId="1076"/>
      <pc:docMkLst>
        <pc:docMk/>
      </pc:docMkLst>
      <pc:sldChg chg="addSp modSp">
        <pc:chgData name="Rich Reba" userId="8245d172-5b81-40f1-a13b-b71f02cd6700" providerId="ADAL" clId="{83D6B05A-8309-F145-98E4-FC0AFE7848C8}" dt="2024-04-17T12:46:40.726" v="50"/>
        <pc:sldMkLst>
          <pc:docMk/>
          <pc:sldMk cId="0" sldId="256"/>
        </pc:sldMkLst>
        <pc:spChg chg="add mod">
          <ac:chgData name="Rich Reba" userId="8245d172-5b81-40f1-a13b-b71f02cd6700" providerId="ADAL" clId="{83D6B05A-8309-F145-98E4-FC0AFE7848C8}" dt="2024-04-17T12:46:40.726" v="50"/>
          <ac:spMkLst>
            <pc:docMk/>
            <pc:sldMk cId="0" sldId="256"/>
            <ac:spMk id="2" creationId="{04B8B7B5-0154-8427-D543-B48D69A50C3C}"/>
          </ac:spMkLst>
        </pc:spChg>
      </pc:sldChg>
      <pc:sldChg chg="addSp delSp modSp add mod">
        <pc:chgData name="Rich Reba" userId="8245d172-5b81-40f1-a13b-b71f02cd6700" providerId="ADAL" clId="{83D6B05A-8309-F145-98E4-FC0AFE7848C8}" dt="2024-04-17T14:10:43.158" v="64" actId="1076"/>
        <pc:sldMkLst>
          <pc:docMk/>
          <pc:sldMk cId="0" sldId="261"/>
        </pc:sldMkLst>
        <pc:spChg chg="del">
          <ac:chgData name="Rich Reba" userId="8245d172-5b81-40f1-a13b-b71f02cd6700" providerId="ADAL" clId="{83D6B05A-8309-F145-98E4-FC0AFE7848C8}" dt="2024-04-17T12:47:14.908" v="54" actId="478"/>
          <ac:spMkLst>
            <pc:docMk/>
            <pc:sldMk cId="0" sldId="261"/>
            <ac:spMk id="5" creationId="{D1FD20BC-CB04-64F2-3AD7-DD7C18E0B798}"/>
          </ac:spMkLst>
        </pc:spChg>
        <pc:spChg chg="add mod">
          <ac:chgData name="Rich Reba" userId="8245d172-5b81-40f1-a13b-b71f02cd6700" providerId="ADAL" clId="{83D6B05A-8309-F145-98E4-FC0AFE7848C8}" dt="2024-04-17T12:47:25.458" v="61" actId="1035"/>
          <ac:spMkLst>
            <pc:docMk/>
            <pc:sldMk cId="0" sldId="261"/>
            <ac:spMk id="7" creationId="{FADD059A-E15B-377C-28DF-D026D5420E61}"/>
          </ac:spMkLst>
        </pc:spChg>
        <pc:spChg chg="add mod">
          <ac:chgData name="Rich Reba" userId="8245d172-5b81-40f1-a13b-b71f02cd6700" providerId="ADAL" clId="{83D6B05A-8309-F145-98E4-FC0AFE7848C8}" dt="2024-04-17T12:47:33.241" v="62" actId="1076"/>
          <ac:spMkLst>
            <pc:docMk/>
            <pc:sldMk cId="0" sldId="261"/>
            <ac:spMk id="8" creationId="{48D9F81B-6192-6F1F-FA31-4387675F59E1}"/>
          </ac:spMkLst>
        </pc:spChg>
        <pc:spChg chg="mod">
          <ac:chgData name="Rich Reba" userId="8245d172-5b81-40f1-a13b-b71f02cd6700" providerId="ADAL" clId="{83D6B05A-8309-F145-98E4-FC0AFE7848C8}" dt="2024-04-17T14:10:43.158" v="64" actId="1076"/>
          <ac:spMkLst>
            <pc:docMk/>
            <pc:sldMk cId="0" sldId="261"/>
            <ac:spMk id="130" creationId="{00000000-0000-0000-0000-000000000000}"/>
          </ac:spMkLst>
        </pc:spChg>
      </pc:sldChg>
      <pc:sldChg chg="addSp delSp modSp">
        <pc:chgData name="Rich Reba" userId="8245d172-5b81-40f1-a13b-b71f02cd6700" providerId="ADAL" clId="{83D6B05A-8309-F145-98E4-FC0AFE7848C8}" dt="2024-04-17T12:46:43.725" v="52"/>
        <pc:sldMkLst>
          <pc:docMk/>
          <pc:sldMk cId="1871491832" sldId="265"/>
        </pc:sldMkLst>
        <pc:spChg chg="add mod">
          <ac:chgData name="Rich Reba" userId="8245d172-5b81-40f1-a13b-b71f02cd6700" providerId="ADAL" clId="{83D6B05A-8309-F145-98E4-FC0AFE7848C8}" dt="2024-04-17T12:46:43.725" v="52"/>
          <ac:spMkLst>
            <pc:docMk/>
            <pc:sldMk cId="1871491832" sldId="265"/>
            <ac:spMk id="6" creationId="{CD63BD71-179E-3E5E-A4F4-49E9B46540A3}"/>
          </ac:spMkLst>
        </pc:spChg>
        <pc:spChg chg="mod">
          <ac:chgData name="Rich Reba" userId="8245d172-5b81-40f1-a13b-b71f02cd6700" providerId="ADAL" clId="{83D6B05A-8309-F145-98E4-FC0AFE7848C8}" dt="2024-04-11T21:24:58.940" v="1"/>
          <ac:spMkLst>
            <pc:docMk/>
            <pc:sldMk cId="1871491832" sldId="265"/>
            <ac:spMk id="121" creationId="{0CE28B3D-5C61-4373-1590-DEE79150B44D}"/>
          </ac:spMkLst>
        </pc:spChg>
        <pc:picChg chg="add mod">
          <ac:chgData name="Rich Reba" userId="8245d172-5b81-40f1-a13b-b71f02cd6700" providerId="ADAL" clId="{83D6B05A-8309-F145-98E4-FC0AFE7848C8}" dt="2024-04-11T21:27:44.893" v="9" actId="1076"/>
          <ac:picMkLst>
            <pc:docMk/>
            <pc:sldMk cId="1871491832" sldId="265"/>
            <ac:picMk id="2" creationId="{C44F9244-A8EA-951C-083D-EDDBCCF9C7ED}"/>
          </ac:picMkLst>
        </pc:picChg>
        <pc:picChg chg="add mod">
          <ac:chgData name="Rich Reba" userId="8245d172-5b81-40f1-a13b-b71f02cd6700" providerId="ADAL" clId="{83D6B05A-8309-F145-98E4-FC0AFE7848C8}" dt="2024-04-11T21:27:44.893" v="9" actId="1076"/>
          <ac:picMkLst>
            <pc:docMk/>
            <pc:sldMk cId="1871491832" sldId="265"/>
            <ac:picMk id="3" creationId="{1E183EE6-2341-9092-8089-31B8E1F7221D}"/>
          </ac:picMkLst>
        </pc:picChg>
        <pc:picChg chg="del">
          <ac:chgData name="Rich Reba" userId="8245d172-5b81-40f1-a13b-b71f02cd6700" providerId="ADAL" clId="{83D6B05A-8309-F145-98E4-FC0AFE7848C8}" dt="2024-04-11T21:27:37.490" v="8" actId="478"/>
          <ac:picMkLst>
            <pc:docMk/>
            <pc:sldMk cId="1871491832" sldId="265"/>
            <ac:picMk id="20" creationId="{BE33386C-F2BF-988C-3973-CE83D6C8EC5E}"/>
          </ac:picMkLst>
        </pc:picChg>
        <pc:picChg chg="del">
          <ac:chgData name="Rich Reba" userId="8245d172-5b81-40f1-a13b-b71f02cd6700" providerId="ADAL" clId="{83D6B05A-8309-F145-98E4-FC0AFE7848C8}" dt="2024-04-11T21:27:37.490" v="8" actId="478"/>
          <ac:picMkLst>
            <pc:docMk/>
            <pc:sldMk cId="1871491832" sldId="265"/>
            <ac:picMk id="22" creationId="{6C0D24F3-9EDE-0194-826B-8687468483FC}"/>
          </ac:picMkLst>
        </pc:picChg>
      </pc:sldChg>
      <pc:sldChg chg="modSp del">
        <pc:chgData name="Rich Reba" userId="8245d172-5b81-40f1-a13b-b71f02cd6700" providerId="ADAL" clId="{83D6B05A-8309-F145-98E4-FC0AFE7848C8}" dt="2024-04-11T21:26:01.243" v="6" actId="2696"/>
        <pc:sldMkLst>
          <pc:docMk/>
          <pc:sldMk cId="2415387204" sldId="268"/>
        </pc:sldMkLst>
        <pc:spChg chg="mod">
          <ac:chgData name="Rich Reba" userId="8245d172-5b81-40f1-a13b-b71f02cd6700" providerId="ADAL" clId="{83D6B05A-8309-F145-98E4-FC0AFE7848C8}" dt="2024-04-11T21:24:58.940" v="1"/>
          <ac:spMkLst>
            <pc:docMk/>
            <pc:sldMk cId="2415387204" sldId="268"/>
            <ac:spMk id="4" creationId="{BDC3AF1A-7A80-3B3D-294A-E26C982690C3}"/>
          </ac:spMkLst>
        </pc:spChg>
        <pc:spChg chg="mod">
          <ac:chgData name="Rich Reba" userId="8245d172-5b81-40f1-a13b-b71f02cd6700" providerId="ADAL" clId="{83D6B05A-8309-F145-98E4-FC0AFE7848C8}" dt="2024-04-11T21:24:58.940" v="1"/>
          <ac:spMkLst>
            <pc:docMk/>
            <pc:sldMk cId="2415387204" sldId="268"/>
            <ac:spMk id="96" creationId="{00000000-0000-0000-0000-000000000000}"/>
          </ac:spMkLst>
        </pc:spChg>
      </pc:sldChg>
      <pc:sldChg chg="del">
        <pc:chgData name="Rich Reba" userId="8245d172-5b81-40f1-a13b-b71f02cd6700" providerId="ADAL" clId="{83D6B05A-8309-F145-98E4-FC0AFE7848C8}" dt="2024-04-17T12:47:35.416" v="63" actId="2696"/>
        <pc:sldMkLst>
          <pc:docMk/>
          <pc:sldMk cId="0" sldId="271"/>
        </pc:sldMkLst>
      </pc:sldChg>
      <pc:sldChg chg="addSp modSp add">
        <pc:chgData name="Rich Reba" userId="8245d172-5b81-40f1-a13b-b71f02cd6700" providerId="ADAL" clId="{83D6B05A-8309-F145-98E4-FC0AFE7848C8}" dt="2024-04-17T12:46:42.526" v="51"/>
        <pc:sldMkLst>
          <pc:docMk/>
          <pc:sldMk cId="2170571237" sldId="272"/>
        </pc:sldMkLst>
        <pc:spChg chg="add mod">
          <ac:chgData name="Rich Reba" userId="8245d172-5b81-40f1-a13b-b71f02cd6700" providerId="ADAL" clId="{83D6B05A-8309-F145-98E4-FC0AFE7848C8}" dt="2024-04-11T21:25:58.428" v="5"/>
          <ac:spMkLst>
            <pc:docMk/>
            <pc:sldMk cId="2170571237" sldId="272"/>
            <ac:spMk id="3" creationId="{4FE2DB24-2343-13D9-7C63-675C543E9F51}"/>
          </ac:spMkLst>
        </pc:spChg>
        <pc:spChg chg="add mod">
          <ac:chgData name="Rich Reba" userId="8245d172-5b81-40f1-a13b-b71f02cd6700" providerId="ADAL" clId="{83D6B05A-8309-F145-98E4-FC0AFE7848C8}" dt="2024-04-17T12:46:42.526" v="51"/>
          <ac:spMkLst>
            <pc:docMk/>
            <pc:sldMk cId="2170571237" sldId="272"/>
            <ac:spMk id="5" creationId="{2E2D2ABD-BFCE-4717-32B3-5E592B54E69E}"/>
          </ac:spMkLst>
        </pc:spChg>
      </pc:sldChg>
      <pc:sldChg chg="add del">
        <pc:chgData name="Rich Reba" userId="8245d172-5b81-40f1-a13b-b71f02cd6700" providerId="ADAL" clId="{83D6B05A-8309-F145-98E4-FC0AFE7848C8}" dt="2024-04-11T21:25:52.698" v="3"/>
        <pc:sldMkLst>
          <pc:docMk/>
          <pc:sldMk cId="4162220617" sldId="272"/>
        </pc:sldMkLst>
      </pc:sldChg>
      <pc:sldMasterChg chg="addSp modSp">
        <pc:chgData name="Rich Reba" userId="8245d172-5b81-40f1-a13b-b71f02cd6700" providerId="ADAL" clId="{83D6B05A-8309-F145-98E4-FC0AFE7848C8}" dt="2024-04-11T21:24:23.454" v="0"/>
        <pc:sldMasterMkLst>
          <pc:docMk/>
          <pc:sldMasterMk cId="0" sldId="2147483648"/>
        </pc:sldMasterMkLst>
        <pc:spChg chg="add mod">
          <ac:chgData name="Rich Reba" userId="8245d172-5b81-40f1-a13b-b71f02cd6700" providerId="ADAL" clId="{83D6B05A-8309-F145-98E4-FC0AFE7848C8}" dt="2024-04-11T21:24:23.454" v="0"/>
          <ac:spMkLst>
            <pc:docMk/>
            <pc:sldMasterMk cId="0" sldId="2147483648"/>
            <ac:spMk id="2" creationId="{F0708316-AEA2-4DBA-479E-EE10706B6326}"/>
          </ac:spMkLst>
        </pc:spChg>
        <pc:spChg chg="add mod">
          <ac:chgData name="Rich Reba" userId="8245d172-5b81-40f1-a13b-b71f02cd6700" providerId="ADAL" clId="{83D6B05A-8309-F145-98E4-FC0AFE7848C8}" dt="2024-04-11T21:24:23.454" v="0"/>
          <ac:spMkLst>
            <pc:docMk/>
            <pc:sldMasterMk cId="0" sldId="2147483648"/>
            <ac:spMk id="3" creationId="{50D2E7BC-B0DA-BF47-0DDF-720C71CD9F98}"/>
          </ac:spMkLst>
        </pc:spChg>
      </pc:sldMasterChg>
      <pc:sldMasterChg chg="modSldLayout">
        <pc:chgData name="Rich Reba" userId="8245d172-5b81-40f1-a13b-b71f02cd6700" providerId="ADAL" clId="{83D6B05A-8309-F145-98E4-FC0AFE7848C8}" dt="2024-04-17T12:46:32.217" v="49" actId="20577"/>
        <pc:sldMasterMkLst>
          <pc:docMk/>
          <pc:sldMasterMk cId="3047494634" sldId="2147483662"/>
        </pc:sldMasterMkLst>
        <pc:sldLayoutChg chg="modSp mod">
          <pc:chgData name="Rich Reba" userId="8245d172-5b81-40f1-a13b-b71f02cd6700" providerId="ADAL" clId="{83D6B05A-8309-F145-98E4-FC0AFE7848C8}" dt="2024-04-17T12:46:32.217" v="49" actId="20577"/>
          <pc:sldLayoutMkLst>
            <pc:docMk/>
            <pc:sldMasterMk cId="3047494634" sldId="2147483662"/>
            <pc:sldLayoutMk cId="2899030233" sldId="2147483663"/>
          </pc:sldLayoutMkLst>
          <pc:spChg chg="mod">
            <ac:chgData name="Rich Reba" userId="8245d172-5b81-40f1-a13b-b71f02cd6700" providerId="ADAL" clId="{83D6B05A-8309-F145-98E4-FC0AFE7848C8}" dt="2024-04-17T12:46:32.217" v="49" actId="20577"/>
            <ac:spMkLst>
              <pc:docMk/>
              <pc:sldMasterMk cId="3047494634" sldId="2147483662"/>
              <pc:sldLayoutMk cId="2899030233" sldId="2147483663"/>
              <ac:spMk id="18" creationId="{00000000-0000-0000-0000-000000000000}"/>
            </ac:spMkLst>
          </pc:spChg>
        </pc:sldLayoutChg>
      </pc:sldMasterChg>
    </pc:docChg>
  </pc:docChgLst>
  <pc:docChgLst>
    <pc:chgData name="Rich Reba" userId="8245d172-5b81-40f1-a13b-b71f02cd6700" providerId="ADAL" clId="{4975714F-D609-ED4B-8340-5F391C02F63F}"/>
    <pc:docChg chg="addSld delSld modSld">
      <pc:chgData name="Rich Reba" userId="8245d172-5b81-40f1-a13b-b71f02cd6700" providerId="ADAL" clId="{4975714F-D609-ED4B-8340-5F391C02F63F}" dt="2024-10-01T01:36:03.915" v="63" actId="20577"/>
      <pc:docMkLst>
        <pc:docMk/>
      </pc:docMkLst>
      <pc:sldChg chg="modSp mod">
        <pc:chgData name="Rich Reba" userId="8245d172-5b81-40f1-a13b-b71f02cd6700" providerId="ADAL" clId="{4975714F-D609-ED4B-8340-5F391C02F63F}" dt="2024-09-30T13:51:25.946" v="31" actId="20577"/>
        <pc:sldMkLst>
          <pc:docMk/>
          <pc:sldMk cId="0" sldId="256"/>
        </pc:sldMkLst>
        <pc:spChg chg="mod">
          <ac:chgData name="Rich Reba" userId="8245d172-5b81-40f1-a13b-b71f02cd6700" providerId="ADAL" clId="{4975714F-D609-ED4B-8340-5F391C02F63F}" dt="2024-09-30T13:51:21.934" v="19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Rich Reba" userId="8245d172-5b81-40f1-a13b-b71f02cd6700" providerId="ADAL" clId="{4975714F-D609-ED4B-8340-5F391C02F63F}" dt="2024-09-30T13:51:25.946" v="31" actId="20577"/>
          <ac:spMkLst>
            <pc:docMk/>
            <pc:sldMk cId="0" sldId="256"/>
            <ac:spMk id="91" creationId="{00000000-0000-0000-0000-000000000000}"/>
          </ac:spMkLst>
        </pc:spChg>
      </pc:sldChg>
      <pc:sldChg chg="del">
        <pc:chgData name="Rich Reba" userId="8245d172-5b81-40f1-a13b-b71f02cd6700" providerId="ADAL" clId="{4975714F-D609-ED4B-8340-5F391C02F63F}" dt="2024-10-01T01:34:32.260" v="32" actId="2696"/>
        <pc:sldMkLst>
          <pc:docMk/>
          <pc:sldMk cId="0" sldId="261"/>
        </pc:sldMkLst>
      </pc:sldChg>
      <pc:sldChg chg="addSp modSp add mod">
        <pc:chgData name="Rich Reba" userId="8245d172-5b81-40f1-a13b-b71f02cd6700" providerId="ADAL" clId="{4975714F-D609-ED4B-8340-5F391C02F63F}" dt="2024-10-01T01:35:31.952" v="44" actId="14100"/>
        <pc:sldMkLst>
          <pc:docMk/>
          <pc:sldMk cId="3187144136" sldId="270"/>
        </pc:sldMkLst>
        <pc:spChg chg="add mod">
          <ac:chgData name="Rich Reba" userId="8245d172-5b81-40f1-a13b-b71f02cd6700" providerId="ADAL" clId="{4975714F-D609-ED4B-8340-5F391C02F63F}" dt="2024-10-01T01:35:22.964" v="42" actId="14100"/>
          <ac:spMkLst>
            <pc:docMk/>
            <pc:sldMk cId="3187144136" sldId="270"/>
            <ac:spMk id="5" creationId="{6A98150C-E5D6-7780-346D-059152E8D0C2}"/>
          </ac:spMkLst>
        </pc:spChg>
        <pc:spChg chg="add mod">
          <ac:chgData name="Rich Reba" userId="8245d172-5b81-40f1-a13b-b71f02cd6700" providerId="ADAL" clId="{4975714F-D609-ED4B-8340-5F391C02F63F}" dt="2024-10-01T01:35:31.952" v="44" actId="14100"/>
          <ac:spMkLst>
            <pc:docMk/>
            <pc:sldMk cId="3187144136" sldId="270"/>
            <ac:spMk id="6" creationId="{4C5DD135-FEED-FA3A-7F17-1D4F72110BA0}"/>
          </ac:spMkLst>
        </pc:spChg>
      </pc:sldChg>
      <pc:sldChg chg="modSp add del mod">
        <pc:chgData name="Rich Reba" userId="8245d172-5b81-40f1-a13b-b71f02cd6700" providerId="ADAL" clId="{4975714F-D609-ED4B-8340-5F391C02F63F}" dt="2024-10-01T01:36:03.915" v="63" actId="20577"/>
        <pc:sldMkLst>
          <pc:docMk/>
          <pc:sldMk cId="432933410" sldId="272"/>
        </pc:sldMkLst>
        <pc:spChg chg="mod">
          <ac:chgData name="Rich Reba" userId="8245d172-5b81-40f1-a13b-b71f02cd6700" providerId="ADAL" clId="{4975714F-D609-ED4B-8340-5F391C02F63F}" dt="2024-10-01T01:36:03.915" v="63" actId="20577"/>
          <ac:spMkLst>
            <pc:docMk/>
            <pc:sldMk cId="432933410" sldId="272"/>
            <ac:spMk id="96" creationId="{00000000-0000-0000-0000-000000000000}"/>
          </ac:spMkLst>
        </pc:spChg>
      </pc:sldChg>
      <pc:sldChg chg="del">
        <pc:chgData name="Rich Reba" userId="8245d172-5b81-40f1-a13b-b71f02cd6700" providerId="ADAL" clId="{4975714F-D609-ED4B-8340-5F391C02F63F}" dt="2024-10-01T01:34:32.282" v="33" actId="2696"/>
        <pc:sldMkLst>
          <pc:docMk/>
          <pc:sldMk cId="2170571237" sldId="272"/>
        </pc:sldMkLst>
      </pc:sldChg>
      <pc:sldChg chg="modSp add mod">
        <pc:chgData name="Rich Reba" userId="8245d172-5b81-40f1-a13b-b71f02cd6700" providerId="ADAL" clId="{4975714F-D609-ED4B-8340-5F391C02F63F}" dt="2024-10-01T01:35:01.448" v="38" actId="208"/>
        <pc:sldMkLst>
          <pc:docMk/>
          <pc:sldMk cId="1656586467" sldId="274"/>
        </pc:sldMkLst>
        <pc:spChg chg="mod">
          <ac:chgData name="Rich Reba" userId="8245d172-5b81-40f1-a13b-b71f02cd6700" providerId="ADAL" clId="{4975714F-D609-ED4B-8340-5F391C02F63F}" dt="2024-10-01T01:35:01.448" v="38" actId="208"/>
          <ac:spMkLst>
            <pc:docMk/>
            <pc:sldMk cId="1656586467" sldId="274"/>
            <ac:spMk id="5" creationId="{D1FD20BC-CB04-64F2-3AD7-DD7C18E0B7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56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9433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0133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BD2ABFA-A019-341B-BF30-0E25AED5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>
            <a:extLst>
              <a:ext uri="{FF2B5EF4-FFF2-40B4-BE49-F238E27FC236}">
                <a16:creationId xmlns:a16="http://schemas.microsoft.com/office/drawing/2014/main" id="{0EDB6E26-0E56-9181-A0A4-25DEBAAEF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DCA68094-F0A3-A2DB-068C-A91922804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03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03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35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353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096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88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0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877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46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48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082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74946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</a:t>
            </a:r>
            <a:r>
              <a:rPr lang="en-US" dirty="0" err="1"/>
              <a:t>NonProfit</a:t>
            </a:r>
            <a:br>
              <a:rPr lang="en-US" dirty="0"/>
            </a:br>
            <a:r>
              <a:rPr lang="en-US" dirty="0"/>
              <a:t>Industry Innovation Plan</a:t>
            </a: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September 30, 2024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04B8B7B5-0154-8427-D543-B48D69A50C3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838199" y="142503"/>
            <a:ext cx="8950569" cy="159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Impact Strategy</a:t>
            </a:r>
            <a:br>
              <a:rPr lang="en-US" dirty="0"/>
            </a:br>
            <a:r>
              <a:rPr lang="en-US" sz="2400" i="1" dirty="0"/>
              <a:t>Exponential Improvements in the Tech Services Industry</a:t>
            </a:r>
            <a:endParaRPr i="1" dirty="0"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t="2408" r="18813"/>
          <a:stretch/>
        </p:blipFill>
        <p:spPr>
          <a:xfrm>
            <a:off x="1073220" y="2076056"/>
            <a:ext cx="10565973" cy="436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5"/>
          <p:cNvCxnSpPr/>
          <p:nvPr/>
        </p:nvCxnSpPr>
        <p:spPr>
          <a:xfrm>
            <a:off x="4421187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5"/>
          <p:cNvCxnSpPr/>
          <p:nvPr/>
        </p:nvCxnSpPr>
        <p:spPr>
          <a:xfrm>
            <a:off x="8136080" y="2076056"/>
            <a:ext cx="0" cy="436267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5"/>
          <p:cNvSpPr txBox="1"/>
          <p:nvPr/>
        </p:nvSpPr>
        <p:spPr>
          <a:xfrm>
            <a:off x="1051955" y="2076056"/>
            <a:ext cx="3241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Pack a Snowball</a:t>
            </a:r>
            <a:endParaRPr dirty="0"/>
          </a:p>
        </p:txBody>
      </p:sp>
      <p:sp>
        <p:nvSpPr>
          <p:cNvPr id="126" name="Google Shape;126;p5"/>
          <p:cNvSpPr txBox="1"/>
          <p:nvPr/>
        </p:nvSpPr>
        <p:spPr>
          <a:xfrm>
            <a:off x="4293588" y="2076056"/>
            <a:ext cx="40019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Roll it Downhill</a:t>
            </a:r>
            <a:endParaRPr dirty="0"/>
          </a:p>
        </p:txBody>
      </p:sp>
      <p:sp>
        <p:nvSpPr>
          <p:cNvPr id="127" name="Google Shape;127;p5"/>
          <p:cNvSpPr txBox="1"/>
          <p:nvPr/>
        </p:nvSpPr>
        <p:spPr>
          <a:xfrm>
            <a:off x="8167975" y="2076056"/>
            <a:ext cx="34499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Trigger an Avalanche</a:t>
            </a:r>
            <a:endParaRPr dirty="0"/>
          </a:p>
        </p:txBody>
      </p:sp>
      <p:sp>
        <p:nvSpPr>
          <p:cNvPr id="128" name="Google Shape;128;p5"/>
          <p:cNvSpPr txBox="1"/>
          <p:nvPr/>
        </p:nvSpPr>
        <p:spPr>
          <a:xfrm>
            <a:off x="1179826" y="2812327"/>
            <a:ext cx="324163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1,000 Collaborators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Prioritize Industry Challenges</a:t>
            </a: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 Patron Organizations</a:t>
            </a:r>
          </a:p>
        </p:txBody>
      </p:sp>
      <p:sp>
        <p:nvSpPr>
          <p:cNvPr id="129" name="Google Shape;129;p5"/>
          <p:cNvSpPr txBox="1"/>
          <p:nvPr/>
        </p:nvSpPr>
        <p:spPr>
          <a:xfrm>
            <a:off x="4507675" y="2812327"/>
            <a:ext cx="410193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3,000 Collaborators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Generative Learning:  Explore Exponential Solutions to Challenges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 Patron Organizations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8200753" y="2812327"/>
            <a:ext cx="365021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Effects: </a:t>
            </a:r>
            <a:b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10,000 Collaborators</a:t>
            </a: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Viral Ideation:  </a:t>
            </a:r>
            <a:b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100 Viral Ideas</a:t>
            </a: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Generative Learning:  Scale Solutions Across the Industry</a:t>
            </a:r>
            <a:endParaRPr lang="en-US" sz="1800" dirty="0"/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117475" indent="-117475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Compounding Innovation:</a:t>
            </a:r>
            <a:b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30 Patron Organizations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73F706-F21B-C4E5-89FE-6AD1081A3B22}"/>
              </a:ext>
            </a:extLst>
          </p:cNvPr>
          <p:cNvSpPr txBox="1"/>
          <p:nvPr/>
        </p:nvSpPr>
        <p:spPr>
          <a:xfrm>
            <a:off x="1197995" y="1551355"/>
            <a:ext cx="10451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exponential improvements in Tech Services industry production inputs will yield exponentially better industry outputs and </a:t>
            </a:r>
            <a:br>
              <a:rPr lang="en-US" dirty="0"/>
            </a:br>
            <a:r>
              <a:rPr lang="en-US" dirty="0"/>
              <a:t>outcomes. This will become more self-evident as each exponential solution is proven and then scaled virally across the industry.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E7CC-A43F-F841-1206-B147ACBCCB27}"/>
              </a:ext>
            </a:extLst>
          </p:cNvPr>
          <p:cNvSpPr/>
          <p:nvPr/>
        </p:nvSpPr>
        <p:spPr>
          <a:xfrm>
            <a:off x="144411" y="2812327"/>
            <a:ext cx="938205" cy="667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Professional Networking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64C34-40EA-C253-0D0E-C0C13C469F4C}"/>
              </a:ext>
            </a:extLst>
          </p:cNvPr>
          <p:cNvSpPr/>
          <p:nvPr/>
        </p:nvSpPr>
        <p:spPr>
          <a:xfrm>
            <a:off x="144411" y="3624698"/>
            <a:ext cx="938205" cy="10748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Open Knowledge Sharing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D20BC-CB04-64F2-3AD7-DD7C18E0B798}"/>
              </a:ext>
            </a:extLst>
          </p:cNvPr>
          <p:cNvSpPr/>
          <p:nvPr/>
        </p:nvSpPr>
        <p:spPr>
          <a:xfrm>
            <a:off x="144411" y="4844223"/>
            <a:ext cx="938205" cy="110738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00B050"/>
                </a:solidFill>
              </a:rPr>
              <a:t>Industry</a:t>
            </a:r>
            <a:br>
              <a:rPr lang="en-US" sz="1000" dirty="0">
                <a:solidFill>
                  <a:srgbClr val="00B050"/>
                </a:solidFill>
              </a:rPr>
            </a:br>
            <a:r>
              <a:rPr lang="en-US" sz="1000" dirty="0">
                <a:solidFill>
                  <a:srgbClr val="00B050"/>
                </a:solidFill>
              </a:rPr>
              <a:t>Innovation</a:t>
            </a:r>
          </a:p>
        </p:txBody>
      </p:sp>
      <p:sp>
        <p:nvSpPr>
          <p:cNvPr id="6" name="Google Shape;9;p8">
            <a:extLst>
              <a:ext uri="{FF2B5EF4-FFF2-40B4-BE49-F238E27FC236}">
                <a16:creationId xmlns:a16="http://schemas.microsoft.com/office/drawing/2014/main" id="{CF348359-6A33-94C2-7023-E826A712A5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83E72-5712-6890-5BCF-A96C3035781E}"/>
              </a:ext>
            </a:extLst>
          </p:cNvPr>
          <p:cNvSpPr txBox="1"/>
          <p:nvPr/>
        </p:nvSpPr>
        <p:spPr>
          <a:xfrm>
            <a:off x="257598" y="249374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65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Services and Benefits</a:t>
            </a:r>
            <a:endParaRPr sz="32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671951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2024+</a:t>
            </a:r>
          </a:p>
          <a:p>
            <a:r>
              <a:rPr lang="en-US" sz="1800" b="1" dirty="0"/>
              <a:t>Professional Networking</a:t>
            </a:r>
          </a:p>
          <a:p>
            <a:pPr lvl="1"/>
            <a:r>
              <a:rPr lang="en-US" sz="1400" dirty="0"/>
              <a:t>Collaborators get exposure to other professionals with a common interest in helping the tech services industry</a:t>
            </a:r>
          </a:p>
          <a:p>
            <a:pPr lvl="1"/>
            <a:r>
              <a:rPr lang="en-US" sz="1400" dirty="0"/>
              <a:t>Collaborators impress potential clients and employers by contributing to a non-profit that benefits the tech services industry</a:t>
            </a:r>
          </a:p>
          <a:p>
            <a:r>
              <a:rPr lang="en-US" sz="1800" b="1" dirty="0"/>
              <a:t>Open Knowledge Sharing</a:t>
            </a:r>
          </a:p>
          <a:p>
            <a:pPr lvl="1"/>
            <a:r>
              <a:rPr lang="en-US" sz="1400" dirty="0"/>
              <a:t>Collaborators bounce relevant ideas off the consortium network, and benefit from ideas shared by others in the network</a:t>
            </a:r>
          </a:p>
          <a:p>
            <a:pPr lvl="1"/>
            <a:r>
              <a:rPr lang="en-US" sz="1400" dirty="0"/>
              <a:t>Consortium leaders and paid subscribers impress potential clients and employers by helping to curate the AccelRR8 Body of Knowledge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893336-EFAD-8F8D-95B1-96F54358F6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9" y="1825625"/>
            <a:ext cx="5584372" cy="435133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2025+</a:t>
            </a:r>
          </a:p>
          <a:p>
            <a:r>
              <a:rPr lang="en-US" sz="1800" b="1" dirty="0"/>
              <a:t>Industry Innovation</a:t>
            </a:r>
            <a:br>
              <a:rPr lang="en-US" sz="1800" b="1" dirty="0"/>
            </a:br>
            <a:r>
              <a:rPr lang="en-US" sz="1400" dirty="0"/>
              <a:t>Patron organizations begin investing to explore potential solutions for priority challenges</a:t>
            </a:r>
          </a:p>
          <a:p>
            <a:r>
              <a:rPr lang="en-US" sz="1800" b="1" dirty="0"/>
              <a:t>Open Knowledge Sharing </a:t>
            </a:r>
            <a:br>
              <a:rPr lang="en-US" sz="1800" b="1" dirty="0"/>
            </a:br>
            <a:r>
              <a:rPr lang="en-US" sz="1400" dirty="0"/>
              <a:t>Paid subscribers impress potential clients and employers by publishing synopses of potential challenges, and exponential solutions to priority challenges, in the AccelRR8 Body of Knowledge</a:t>
            </a:r>
            <a:endParaRPr lang="en-US" dirty="0"/>
          </a:p>
          <a:p>
            <a:pPr marL="114300" indent="0">
              <a:spcBef>
                <a:spcPts val="1500"/>
              </a:spcBef>
              <a:buNone/>
            </a:pPr>
            <a:r>
              <a:rPr lang="en-US" dirty="0"/>
              <a:t>2026+</a:t>
            </a:r>
          </a:p>
          <a:p>
            <a:r>
              <a:rPr lang="en-US" sz="1800" b="1" dirty="0"/>
              <a:t>Industry Innovation  </a:t>
            </a:r>
            <a:br>
              <a:rPr lang="en-US" sz="1800" b="1" dirty="0"/>
            </a:br>
            <a:r>
              <a:rPr lang="en-US" sz="1400" dirty="0"/>
              <a:t>Patron organizations invest to scale proven solutions for priority challenges across the industry</a:t>
            </a:r>
          </a:p>
          <a:p>
            <a:r>
              <a:rPr lang="en-US" sz="1800" b="1" dirty="0"/>
              <a:t>Open Knowledge Sharing</a:t>
            </a:r>
            <a:br>
              <a:rPr lang="en-US" sz="1800" b="1" dirty="0"/>
            </a:br>
            <a:r>
              <a:rPr lang="en-US" sz="1400" dirty="0"/>
              <a:t>Paid subscribers publish synopses of proven exponential solutions to priority challenges in the AccelRR8 Body of Knowledge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Google Shape;9;p8">
            <a:extLst>
              <a:ext uri="{FF2B5EF4-FFF2-40B4-BE49-F238E27FC236}">
                <a16:creationId xmlns:a16="http://schemas.microsoft.com/office/drawing/2014/main" id="{08217BC1-7953-7479-12F3-ACC0B3E653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Proprietary and Confidential Information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8150C-E5D6-7780-346D-059152E8D0C2}"/>
              </a:ext>
            </a:extLst>
          </p:cNvPr>
          <p:cNvSpPr/>
          <p:nvPr/>
        </p:nvSpPr>
        <p:spPr>
          <a:xfrm>
            <a:off x="6172198" y="2342367"/>
            <a:ext cx="5584371" cy="7891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DD135-FEED-FA3A-7F17-1D4F72110BA0}"/>
              </a:ext>
            </a:extLst>
          </p:cNvPr>
          <p:cNvSpPr/>
          <p:nvPr/>
        </p:nvSpPr>
        <p:spPr>
          <a:xfrm>
            <a:off x="6172198" y="4471792"/>
            <a:ext cx="5584371" cy="7014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4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Messages to Patron Org Leaders</a:t>
            </a:r>
            <a:br>
              <a:rPr lang="en-US" dirty="0"/>
            </a:br>
            <a:r>
              <a:rPr lang="en-US" sz="2800" dirty="0"/>
              <a:t>Elevator Pitch / FAQs – TBD</a:t>
            </a:r>
            <a:endParaRPr sz="2200" i="1" dirty="0"/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380ABFF8-4C01-7B33-27D3-75C1CC40892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057198-E60F-5A38-571D-9A3D70C9A576}"/>
              </a:ext>
            </a:extLst>
          </p:cNvPr>
          <p:cNvGraphicFramePr>
            <a:graphicFrameLocks noGrp="1"/>
          </p:cNvGraphicFramePr>
          <p:nvPr/>
        </p:nvGraphicFramePr>
        <p:xfrm>
          <a:off x="1585331" y="1929162"/>
          <a:ext cx="8573430" cy="37267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0070">
                  <a:extLst>
                    <a:ext uri="{9D8B030D-6E8A-4147-A177-3AD203B41FA5}">
                      <a16:colId xmlns:a16="http://schemas.microsoft.com/office/drawing/2014/main" val="576879719"/>
                    </a:ext>
                  </a:extLst>
                </a:gridCol>
                <a:gridCol w="6323360">
                  <a:extLst>
                    <a:ext uri="{9D8B030D-6E8A-4147-A177-3AD203B41FA5}">
                      <a16:colId xmlns:a16="http://schemas.microsoft.com/office/drawing/2014/main" val="1169755168"/>
                    </a:ext>
                  </a:extLst>
                </a:gridCol>
              </a:tblGrid>
              <a:tr h="702527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TBD?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869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99990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70559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889465"/>
                  </a:ext>
                </a:extLst>
              </a:tr>
              <a:tr h="756053">
                <a:tc>
                  <a:txBody>
                    <a:bodyPr/>
                    <a:lstStyle/>
                    <a:p>
                      <a:pPr algn="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93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D218E54-7FA4-BE44-6C9C-F9CB6CD8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D4C27A-F218-4B30-AEAF-21F9723A880E}"/>
              </a:ext>
            </a:extLst>
          </p:cNvPr>
          <p:cNvCxnSpPr>
            <a:cxnSpLocks/>
            <a:stCxn id="4" idx="1"/>
          </p:cNvCxnSpPr>
          <p:nvPr/>
        </p:nvCxnSpPr>
        <p:spPr>
          <a:xfrm flipV="1">
            <a:off x="923278" y="1650306"/>
            <a:ext cx="10046872" cy="24010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222A65B-B205-A893-3C1D-FCB63FAE8C93}"/>
              </a:ext>
            </a:extLst>
          </p:cNvPr>
          <p:cNvCxnSpPr>
            <a:cxnSpLocks/>
            <a:stCxn id="4" idx="2"/>
          </p:cNvCxnSpPr>
          <p:nvPr/>
        </p:nvCxnSpPr>
        <p:spPr>
          <a:xfrm flipV="1">
            <a:off x="5939162" y="1650306"/>
            <a:ext cx="5030988" cy="4802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FC794F-5B3D-717A-0508-A63BA3BDCB27}"/>
              </a:ext>
            </a:extLst>
          </p:cNvPr>
          <p:cNvGrpSpPr/>
          <p:nvPr/>
        </p:nvGrpSpPr>
        <p:grpSpPr>
          <a:xfrm>
            <a:off x="1838332" y="-2585254"/>
            <a:ext cx="18263636" cy="8496950"/>
            <a:chOff x="3173670" y="-3232492"/>
            <a:chExt cx="15562750" cy="9846356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823236D7-9DE2-3678-D3F7-5C5BCC94AF2E}"/>
                </a:ext>
              </a:extLst>
            </p:cNvPr>
            <p:cNvSpPr/>
            <p:nvPr/>
          </p:nvSpPr>
          <p:spPr>
            <a:xfrm rot="10800000">
              <a:off x="9907480" y="1027906"/>
              <a:ext cx="2095130" cy="1325563"/>
            </a:xfrm>
            <a:prstGeom prst="arc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D5519FC0-8C38-7454-8797-CCDCA3A59CAB}"/>
                </a:ext>
              </a:extLst>
            </p:cNvPr>
            <p:cNvSpPr/>
            <p:nvPr/>
          </p:nvSpPr>
          <p:spPr>
            <a:xfrm rot="10800000">
              <a:off x="9010854" y="460622"/>
              <a:ext cx="3888382" cy="2460130"/>
            </a:xfrm>
            <a:prstGeom prst="arc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66A8D17-2C05-FDBD-0C4A-D998375B097D}"/>
                </a:ext>
              </a:extLst>
            </p:cNvPr>
            <p:cNvSpPr/>
            <p:nvPr/>
          </p:nvSpPr>
          <p:spPr>
            <a:xfrm rot="10800000">
              <a:off x="7958475" y="-205205"/>
              <a:ext cx="5993140" cy="3791784"/>
            </a:xfrm>
            <a:prstGeom prst="arc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F1FA181C-A531-A759-82E1-81BEC5AC7845}"/>
                </a:ext>
              </a:extLst>
            </p:cNvPr>
            <p:cNvSpPr/>
            <p:nvPr/>
          </p:nvSpPr>
          <p:spPr>
            <a:xfrm rot="10800000">
              <a:off x="6849975" y="-906537"/>
              <a:ext cx="8210140" cy="5194452"/>
            </a:xfrm>
            <a:prstGeom prst="arc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46D26821-B6AA-94B7-930A-24978CAB76ED}"/>
                </a:ext>
              </a:extLst>
            </p:cNvPr>
            <p:cNvSpPr/>
            <p:nvPr/>
          </p:nvSpPr>
          <p:spPr>
            <a:xfrm rot="10800000">
              <a:off x="5643251" y="-1661138"/>
              <a:ext cx="10623588" cy="6721410"/>
            </a:xfrm>
            <a:prstGeom prst="arc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751F85E-F1EA-1B3B-B4B1-4F76B45E063C}"/>
                </a:ext>
              </a:extLst>
            </p:cNvPr>
            <p:cNvSpPr/>
            <p:nvPr/>
          </p:nvSpPr>
          <p:spPr>
            <a:xfrm rot="10800000">
              <a:off x="4422495" y="-2433495"/>
              <a:ext cx="13065100" cy="8266124"/>
            </a:xfrm>
            <a:prstGeom prst="arc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CA404ED3-311C-5EDE-0AF2-A7E425C0D762}"/>
                </a:ext>
              </a:extLst>
            </p:cNvPr>
            <p:cNvSpPr/>
            <p:nvPr/>
          </p:nvSpPr>
          <p:spPr>
            <a:xfrm rot="10800000">
              <a:off x="3173670" y="-3232492"/>
              <a:ext cx="15562750" cy="9846356"/>
            </a:xfrm>
            <a:prstGeom prst="arc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0CE28B3D-5C61-4373-1590-DEE79150B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Grant Solicitation Funnel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38F3B-BAEE-B738-82CE-32897D9FAF89}"/>
              </a:ext>
            </a:extLst>
          </p:cNvPr>
          <p:cNvSpPr/>
          <p:nvPr/>
        </p:nvSpPr>
        <p:spPr>
          <a:xfrm>
            <a:off x="923278" y="1650304"/>
            <a:ext cx="10031767" cy="48021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9C07C-5863-8983-60F6-BD57A26974E9}"/>
              </a:ext>
            </a:extLst>
          </p:cNvPr>
          <p:cNvSpPr txBox="1"/>
          <p:nvPr/>
        </p:nvSpPr>
        <p:spPr>
          <a:xfrm>
            <a:off x="10926730" y="2331342"/>
            <a:ext cx="1519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Closing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11810-9588-87C9-4FA8-642BC2C77EA3}"/>
              </a:ext>
            </a:extLst>
          </p:cNvPr>
          <p:cNvSpPr txBox="1"/>
          <p:nvPr/>
        </p:nvSpPr>
        <p:spPr>
          <a:xfrm>
            <a:off x="10926730" y="2860516"/>
            <a:ext cx="1519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Proposing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2328DC-F4ED-2E25-EB11-41A09D270A9B}"/>
              </a:ext>
            </a:extLst>
          </p:cNvPr>
          <p:cNvSpPr txBox="1"/>
          <p:nvPr/>
        </p:nvSpPr>
        <p:spPr>
          <a:xfrm>
            <a:off x="10926730" y="3450675"/>
            <a:ext cx="1355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Qualifying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E8A89D-3D3B-E757-C6A0-2D8A5825462B}"/>
              </a:ext>
            </a:extLst>
          </p:cNvPr>
          <p:cNvSpPr txBox="1"/>
          <p:nvPr/>
        </p:nvSpPr>
        <p:spPr>
          <a:xfrm>
            <a:off x="10926730" y="4070959"/>
            <a:ext cx="139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Generating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33949A-D656-8D8B-C44F-BE70DB51AA66}"/>
              </a:ext>
            </a:extLst>
          </p:cNvPr>
          <p:cNvSpPr txBox="1"/>
          <p:nvPr/>
        </p:nvSpPr>
        <p:spPr>
          <a:xfrm>
            <a:off x="10118354" y="1677804"/>
            <a:ext cx="81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Sold!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85656C-9479-65D6-362B-58F1DA015B42}"/>
              </a:ext>
            </a:extLst>
          </p:cNvPr>
          <p:cNvSpPr txBox="1"/>
          <p:nvPr/>
        </p:nvSpPr>
        <p:spPr>
          <a:xfrm>
            <a:off x="10926730" y="4755939"/>
            <a:ext cx="139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Developing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7B9B90-9731-E196-9FBD-A12199736E83}"/>
              </a:ext>
            </a:extLst>
          </p:cNvPr>
          <p:cNvSpPr txBox="1"/>
          <p:nvPr/>
        </p:nvSpPr>
        <p:spPr>
          <a:xfrm>
            <a:off x="10926730" y="5416378"/>
            <a:ext cx="149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Orienting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C3E43A-F5B0-73BF-FF85-794AEE674C6F}"/>
              </a:ext>
            </a:extLst>
          </p:cNvPr>
          <p:cNvSpPr txBox="1"/>
          <p:nvPr/>
        </p:nvSpPr>
        <p:spPr>
          <a:xfrm>
            <a:off x="10926730" y="6004470"/>
            <a:ext cx="149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Identifying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0D0627-7F42-16D2-CA2F-50ABCAB208BF}"/>
              </a:ext>
            </a:extLst>
          </p:cNvPr>
          <p:cNvSpPr/>
          <p:nvPr/>
        </p:nvSpPr>
        <p:spPr>
          <a:xfrm>
            <a:off x="908172" y="1481708"/>
            <a:ext cx="3811865" cy="1943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Specific People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33A242-21A2-E61A-7601-F164FD9B798C}"/>
              </a:ext>
            </a:extLst>
          </p:cNvPr>
          <p:cNvSpPr/>
          <p:nvPr/>
        </p:nvSpPr>
        <p:spPr>
          <a:xfrm>
            <a:off x="4720037" y="1481708"/>
            <a:ext cx="5020745" cy="194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Specific Opportunities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8A59A0-89E2-26D4-8FCE-D4D9651ED1B7}"/>
              </a:ext>
            </a:extLst>
          </p:cNvPr>
          <p:cNvSpPr txBox="1"/>
          <p:nvPr/>
        </p:nvSpPr>
        <p:spPr>
          <a:xfrm>
            <a:off x="29556" y="2200565"/>
            <a:ext cx="950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Influential</a:t>
            </a:r>
            <a:br>
              <a:rPr lang="en-US" dirty="0"/>
            </a:br>
            <a:r>
              <a:rPr lang="en-US" dirty="0"/>
              <a:t>Friends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3FA07C-77E5-D37C-FDB3-E7AE2E50E970}"/>
              </a:ext>
            </a:extLst>
          </p:cNvPr>
          <p:cNvSpPr txBox="1"/>
          <p:nvPr/>
        </p:nvSpPr>
        <p:spPr>
          <a:xfrm>
            <a:off x="199474" y="4809012"/>
            <a:ext cx="780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C-Suite</a:t>
            </a:r>
            <a:br>
              <a:rPr lang="en-US" dirty="0"/>
            </a:br>
            <a:r>
              <a:rPr lang="en-US" dirty="0"/>
              <a:t>Friends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283C73-6F5D-6DC8-FC54-4A1BA211DD5B}"/>
              </a:ext>
            </a:extLst>
          </p:cNvPr>
          <p:cNvSpPr txBox="1"/>
          <p:nvPr/>
        </p:nvSpPr>
        <p:spPr>
          <a:xfrm>
            <a:off x="7453532" y="6418542"/>
            <a:ext cx="219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Communities</a:t>
            </a:r>
          </a:p>
        </p:txBody>
      </p:sp>
      <p:pic>
        <p:nvPicPr>
          <p:cNvPr id="57" name="Picture 30" descr="Node.Digital - Current Openings">
            <a:extLst>
              <a:ext uri="{FF2B5EF4-FFF2-40B4-BE49-F238E27FC236}">
                <a16:creationId xmlns:a16="http://schemas.microsoft.com/office/drawing/2014/main" id="{C7C05291-4F80-2097-914B-358EFBFB5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" t="8771" r="44299" b="28623"/>
          <a:stretch/>
        </p:blipFill>
        <p:spPr bwMode="auto">
          <a:xfrm>
            <a:off x="4699575" y="5406123"/>
            <a:ext cx="1197048" cy="25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0" descr="Mitre Corporation - Wikipedia">
            <a:extLst>
              <a:ext uri="{FF2B5EF4-FFF2-40B4-BE49-F238E27FC236}">
                <a16:creationId xmlns:a16="http://schemas.microsoft.com/office/drawing/2014/main" id="{2F55DB43-F9A8-582E-8324-D3EAE78CB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638" y="3951571"/>
            <a:ext cx="608184" cy="25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C44F9244-A8EA-951C-083D-EDDBCCF9C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804" y="5079454"/>
            <a:ext cx="562466" cy="37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nova Solutions, Inc Jobs &amp; Careers | Dice.com">
            <a:extLst>
              <a:ext uri="{FF2B5EF4-FFF2-40B4-BE49-F238E27FC236}">
                <a16:creationId xmlns:a16="http://schemas.microsoft.com/office/drawing/2014/main" id="{1E183EE6-2341-9092-8089-31B8E1F72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" t="32883" r="4004" b="30943"/>
          <a:stretch/>
        </p:blipFill>
        <p:spPr bwMode="auto">
          <a:xfrm>
            <a:off x="3382745" y="4823937"/>
            <a:ext cx="549632" cy="21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CD63BD71-179E-3E5E-A4F4-49E9B46540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9183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22122</TotalTime>
  <Words>387</Words>
  <Application>Microsoft Macintosh PowerPoint</Application>
  <PresentationFormat>Widescreen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1_Office Theme</vt:lpstr>
      <vt:lpstr>  AccelRR8 Consortium NonProfit Industry Innovation Plan</vt:lpstr>
      <vt:lpstr>Consortium Impact Strategy Exponential Improvements in the Tech Services Industry</vt:lpstr>
      <vt:lpstr>Services and Benefits</vt:lpstr>
      <vt:lpstr>Messages to Patron Org Leaders Elevator Pitch / FAQs – TBD</vt:lpstr>
      <vt:lpstr>Grant Solicitation Funnel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127</cp:revision>
  <cp:lastPrinted>2024-04-08T14:24:46Z</cp:lastPrinted>
  <dcterms:created xsi:type="dcterms:W3CDTF">2023-08-22T19:09:59Z</dcterms:created>
  <dcterms:modified xsi:type="dcterms:W3CDTF">2024-10-01T01:36:06Z</dcterms:modified>
</cp:coreProperties>
</file>