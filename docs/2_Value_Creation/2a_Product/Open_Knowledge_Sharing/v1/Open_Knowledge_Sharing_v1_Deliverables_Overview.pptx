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82" r:id="rId6"/>
    <p:sldId id="279" r:id="rId7"/>
    <p:sldId id="276" r:id="rId8"/>
    <p:sldId id="277" r:id="rId9"/>
    <p:sldId id="268" r:id="rId10"/>
    <p:sldId id="283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05174-BA9D-FB4D-903E-06F7B3087031}" v="7" dt="2026-08-14T19:06:45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2"/>
    <p:restoredTop sz="96241"/>
  </p:normalViewPr>
  <p:slideViewPr>
    <p:cSldViewPr snapToGrid="0">
      <p:cViewPr varScale="1">
        <p:scale>
          <a:sx n="137" d="100"/>
          <a:sy n="137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custSel delSld modSld">
      <pc:chgData name="Rich Reba" userId="55db41ab6eb3f845" providerId="LiveId" clId="{0E19DA16-244C-5B50-BE0F-52911DD4CA7E}" dt="2026-08-14T19:06:45.921" v="913"/>
      <pc:docMkLst>
        <pc:docMk/>
      </pc:docMkLst>
      <pc:sldChg chg="delSp modSp mod">
        <pc:chgData name="Rich Reba" userId="55db41ab6eb3f845" providerId="LiveId" clId="{0E19DA16-244C-5B50-BE0F-52911DD4CA7E}" dt="2026-08-14T19:04:10.198" v="903" actId="478"/>
        <pc:sldMkLst>
          <pc:docMk/>
          <pc:sldMk cId="0" sldId="256"/>
        </pc:sldMkLst>
        <pc:spChg chg="del">
          <ac:chgData name="Rich Reba" userId="55db41ab6eb3f845" providerId="LiveId" clId="{0E19DA16-244C-5B50-BE0F-52911DD4CA7E}" dt="2026-08-14T19:04:10.198" v="903" actId="478"/>
          <ac:spMkLst>
            <pc:docMk/>
            <pc:sldMk cId="0" sldId="256"/>
            <ac:spMk id="2" creationId="{B78BEAA4-CC48-1EF1-1035-C48CDEB46C11}"/>
          </ac:spMkLst>
        </pc:spChg>
        <pc:spChg chg="mod">
          <ac:chgData name="Rich Reba" userId="55db41ab6eb3f845" providerId="LiveId" clId="{0E19DA16-244C-5B50-BE0F-52911DD4CA7E}" dt="2026-08-14T19:04:04.856" v="902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mod">
        <pc:chgData name="Rich Reba" userId="55db41ab6eb3f845" providerId="LiveId" clId="{0E19DA16-244C-5B50-BE0F-52911DD4CA7E}" dt="2026-08-14T19:04:16.850" v="905" actId="478"/>
        <pc:sldMkLst>
          <pc:docMk/>
          <pc:sldMk cId="1272635936" sldId="264"/>
        </pc:sldMkLst>
        <pc:spChg chg="add mod">
          <ac:chgData name="Rich Reba" userId="55db41ab6eb3f845" providerId="LiveId" clId="{0E19DA16-244C-5B50-BE0F-52911DD4CA7E}" dt="2026-08-13T02:42:15.319" v="872" actId="20577"/>
          <ac:spMkLst>
            <pc:docMk/>
            <pc:sldMk cId="1272635936" sldId="264"/>
            <ac:spMk id="5" creationId="{279C2539-A599-CF7E-944F-5C23705E39F9}"/>
          </ac:spMkLst>
        </pc:spChg>
        <pc:spChg chg="del">
          <ac:chgData name="Rich Reba" userId="55db41ab6eb3f845" providerId="LiveId" clId="{0E19DA16-244C-5B50-BE0F-52911DD4CA7E}" dt="2026-08-14T19:04:16.850" v="905" actId="478"/>
          <ac:spMkLst>
            <pc:docMk/>
            <pc:sldMk cId="1272635936" sldId="264"/>
            <ac:spMk id="6" creationId="{F57F7845-FD8A-DCA4-39DB-1B7D9CF0BA2A}"/>
          </ac:spMkLst>
        </pc:spChg>
        <pc:graphicFrameChg chg="del modGraphic">
          <ac:chgData name="Rich Reba" userId="55db41ab6eb3f845" providerId="LiveId" clId="{0E19DA16-244C-5B50-BE0F-52911DD4CA7E}" dt="2026-08-13T02:38:10.059" v="849" actId="478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addSp delSp modSp mod">
        <pc:chgData name="Rich Reba" userId="55db41ab6eb3f845" providerId="LiveId" clId="{0E19DA16-244C-5B50-BE0F-52911DD4CA7E}" dt="2026-08-14T19:04:31.024" v="909" actId="478"/>
        <pc:sldMkLst>
          <pc:docMk/>
          <pc:sldMk cId="1243007551" sldId="268"/>
        </pc:sldMkLst>
        <pc:spChg chg="add mod">
          <ac:chgData name="Rich Reba" userId="55db41ab6eb3f845" providerId="LiveId" clId="{0E19DA16-244C-5B50-BE0F-52911DD4CA7E}" dt="2026-08-13T02:43:22.215" v="899" actId="20577"/>
          <ac:spMkLst>
            <pc:docMk/>
            <pc:sldMk cId="1243007551" sldId="268"/>
            <ac:spMk id="2" creationId="{E3F46F6A-701E-095B-90D8-0F5F5319F795}"/>
          </ac:spMkLst>
        </pc:spChg>
        <pc:spChg chg="del">
          <ac:chgData name="Rich Reba" userId="55db41ab6eb3f845" providerId="LiveId" clId="{0E19DA16-244C-5B50-BE0F-52911DD4CA7E}" dt="2026-08-14T19:04:31.024" v="909" actId="478"/>
          <ac:spMkLst>
            <pc:docMk/>
            <pc:sldMk cId="1243007551" sldId="268"/>
            <ac:spMk id="6" creationId="{FC3986F6-425A-0514-DE8E-DE31978EAAD1}"/>
          </ac:spMkLst>
        </pc:spChg>
        <pc:spChg chg="mod">
          <ac:chgData name="Rich Reba" userId="55db41ab6eb3f845" providerId="LiveId" clId="{0E19DA16-244C-5B50-BE0F-52911DD4CA7E}" dt="2026-08-13T02:31:58.055" v="847" actId="20577"/>
          <ac:spMkLst>
            <pc:docMk/>
            <pc:sldMk cId="1243007551" sldId="268"/>
            <ac:spMk id="96" creationId="{00000000-0000-0000-0000-000000000000}"/>
          </ac:spMkLst>
        </pc:spChg>
        <pc:graphicFrameChg chg="del mod modGraphic">
          <ac:chgData name="Rich Reba" userId="55db41ab6eb3f845" providerId="LiveId" clId="{0E19DA16-244C-5B50-BE0F-52911DD4CA7E}" dt="2026-08-13T02:32:02.216" v="848" actId="478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modSp del mod">
        <pc:chgData name="Rich Reba" userId="55db41ab6eb3f845" providerId="LiveId" clId="{0E19DA16-244C-5B50-BE0F-52911DD4CA7E}" dt="2026-08-13T02:31:51.673" v="846" actId="2696"/>
        <pc:sldMkLst>
          <pc:docMk/>
          <pc:sldMk cId="450257364" sldId="269"/>
        </pc:sldMkLst>
      </pc:sldChg>
      <pc:sldChg chg="modSp del mod">
        <pc:chgData name="Rich Reba" userId="55db41ab6eb3f845" providerId="LiveId" clId="{0E19DA16-244C-5B50-BE0F-52911DD4CA7E}" dt="2026-08-13T02:31:49.478" v="845" actId="2696"/>
        <pc:sldMkLst>
          <pc:docMk/>
          <pc:sldMk cId="4255637138" sldId="270"/>
        </pc:sldMkLst>
      </pc:sldChg>
      <pc:sldChg chg="modSp del mod">
        <pc:chgData name="Rich Reba" userId="55db41ab6eb3f845" providerId="LiveId" clId="{0E19DA16-244C-5B50-BE0F-52911DD4CA7E}" dt="2026-08-13T02:31:47.960" v="844" actId="2696"/>
        <pc:sldMkLst>
          <pc:docMk/>
          <pc:sldMk cId="67448461" sldId="271"/>
        </pc:sldMkLst>
      </pc:sldChg>
      <pc:sldChg chg="modSp del mod">
        <pc:chgData name="Rich Reba" userId="55db41ab6eb3f845" providerId="LiveId" clId="{0E19DA16-244C-5B50-BE0F-52911DD4CA7E}" dt="2026-08-13T02:31:45.265" v="843" actId="2696"/>
        <pc:sldMkLst>
          <pc:docMk/>
          <pc:sldMk cId="3088802820" sldId="272"/>
        </pc:sldMkLst>
      </pc:sldChg>
      <pc:sldChg chg="delSp modSp mod">
        <pc:chgData name="Rich Reba" userId="55db41ab6eb3f845" providerId="LiveId" clId="{0E19DA16-244C-5B50-BE0F-52911DD4CA7E}" dt="2026-08-14T19:04:40.063" v="911" actId="478"/>
        <pc:sldMkLst>
          <pc:docMk/>
          <pc:sldMk cId="2639682451" sldId="275"/>
        </pc:sldMkLst>
        <pc:spChg chg="del">
          <ac:chgData name="Rich Reba" userId="55db41ab6eb3f845" providerId="LiveId" clId="{0E19DA16-244C-5B50-BE0F-52911DD4CA7E}" dt="2026-08-14T19:04:40.063" v="911" actId="478"/>
          <ac:spMkLst>
            <pc:docMk/>
            <pc:sldMk cId="2639682451" sldId="275"/>
            <ac:spMk id="6" creationId="{7C30D5DC-2695-01BA-B05D-C3CC4747D7F4}"/>
          </ac:spMkLst>
        </pc:spChg>
        <pc:graphicFrameChg chg="mod">
          <ac:chgData name="Rich Reba" userId="55db41ab6eb3f845" providerId="LiveId" clId="{0E19DA16-244C-5B50-BE0F-52911DD4CA7E}" dt="2026-08-09T19:40:57.788" v="838"/>
          <ac:graphicFrameMkLst>
            <pc:docMk/>
            <pc:sldMk cId="2639682451" sldId="275"/>
            <ac:graphicFrameMk id="7" creationId="{86EDB53E-860A-E121-26F6-57064FD09AEE}"/>
          </ac:graphicFrameMkLst>
        </pc:graphicFrameChg>
      </pc:sldChg>
      <pc:sldChg chg="delSp modSp mod">
        <pc:chgData name="Rich Reba" userId="55db41ab6eb3f845" providerId="LiveId" clId="{0E19DA16-244C-5B50-BE0F-52911DD4CA7E}" dt="2026-08-14T19:04:28.184" v="908" actId="478"/>
        <pc:sldMkLst>
          <pc:docMk/>
          <pc:sldMk cId="3191730488" sldId="276"/>
        </pc:sldMkLst>
        <pc:spChg chg="del">
          <ac:chgData name="Rich Reba" userId="55db41ab6eb3f845" providerId="LiveId" clId="{0E19DA16-244C-5B50-BE0F-52911DD4CA7E}" dt="2026-08-14T19:04:28.184" v="908" actId="478"/>
          <ac:spMkLst>
            <pc:docMk/>
            <pc:sldMk cId="3191730488" sldId="276"/>
            <ac:spMk id="2" creationId="{B53C39C2-BA45-92C3-D93B-96BF2FF7E2EA}"/>
          </ac:spMkLst>
        </pc:spChg>
        <pc:graphicFrameChg chg="modGraphic">
          <ac:chgData name="Rich Reba" userId="55db41ab6eb3f845" providerId="LiveId" clId="{0E19DA16-244C-5B50-BE0F-52911DD4CA7E}" dt="2026-08-09T19:30:43.734" v="166" actId="20577"/>
          <ac:graphicFrameMkLst>
            <pc:docMk/>
            <pc:sldMk cId="3191730488" sldId="276"/>
            <ac:graphicFrameMk id="5" creationId="{4B70F3A5-8062-29A2-30D0-2783CB3DFCCA}"/>
          </ac:graphicFrameMkLst>
        </pc:graphicFrameChg>
      </pc:sldChg>
      <pc:sldChg chg="addSp delSp modSp mod">
        <pc:chgData name="Rich Reba" userId="55db41ab6eb3f845" providerId="LiveId" clId="{0E19DA16-244C-5B50-BE0F-52911DD4CA7E}" dt="2026-08-14T19:06:45.921" v="913"/>
        <pc:sldMkLst>
          <pc:docMk/>
          <pc:sldMk cId="368434212" sldId="277"/>
        </pc:sldMkLst>
        <pc:spChg chg="add mod">
          <ac:chgData name="Rich Reba" userId="55db41ab6eb3f845" providerId="LiveId" clId="{0E19DA16-244C-5B50-BE0F-52911DD4CA7E}" dt="2026-08-14T19:06:45.921" v="913"/>
          <ac:spMkLst>
            <pc:docMk/>
            <pc:sldMk cId="368434212" sldId="277"/>
            <ac:spMk id="2" creationId="{7DCEF85F-FA07-5066-9814-4971C58E1274}"/>
          </ac:spMkLst>
        </pc:spChg>
        <pc:spChg chg="del">
          <ac:chgData name="Rich Reba" userId="55db41ab6eb3f845" providerId="LiveId" clId="{0E19DA16-244C-5B50-BE0F-52911DD4CA7E}" dt="2026-08-14T19:06:39.301" v="912" actId="478"/>
          <ac:spMkLst>
            <pc:docMk/>
            <pc:sldMk cId="368434212" sldId="277"/>
            <ac:spMk id="3" creationId="{7EF92490-8763-C122-9420-8771007CA2FA}"/>
          </ac:spMkLst>
        </pc:spChg>
        <pc:graphicFrameChg chg="modGraphic">
          <ac:chgData name="Rich Reba" userId="55db41ab6eb3f845" providerId="LiveId" clId="{0E19DA16-244C-5B50-BE0F-52911DD4CA7E}" dt="2026-08-09T19:31:23.796" v="231" actId="20577"/>
          <ac:graphicFrameMkLst>
            <pc:docMk/>
            <pc:sldMk cId="368434212" sldId="277"/>
            <ac:graphicFrameMk id="4" creationId="{27601DD6-DAE5-888B-0F9A-3C9911942417}"/>
          </ac:graphicFrameMkLst>
        </pc:graphicFrameChg>
      </pc:sldChg>
      <pc:sldChg chg="delSp mod">
        <pc:chgData name="Rich Reba" userId="55db41ab6eb3f845" providerId="LiveId" clId="{0E19DA16-244C-5B50-BE0F-52911DD4CA7E}" dt="2026-08-14T19:04:13.552" v="904" actId="478"/>
        <pc:sldMkLst>
          <pc:docMk/>
          <pc:sldMk cId="3888112108" sldId="278"/>
        </pc:sldMkLst>
        <pc:spChg chg="del">
          <ac:chgData name="Rich Reba" userId="55db41ab6eb3f845" providerId="LiveId" clId="{0E19DA16-244C-5B50-BE0F-52911DD4CA7E}" dt="2026-08-14T19:04:13.552" v="904" actId="478"/>
          <ac:spMkLst>
            <pc:docMk/>
            <pc:sldMk cId="3888112108" sldId="278"/>
            <ac:spMk id="2" creationId="{048B8078-0A98-B723-6D07-9C874B8373FA}"/>
          </ac:spMkLst>
        </pc:spChg>
      </pc:sldChg>
      <pc:sldChg chg="delSp mod">
        <pc:chgData name="Rich Reba" userId="55db41ab6eb3f845" providerId="LiveId" clId="{0E19DA16-244C-5B50-BE0F-52911DD4CA7E}" dt="2026-08-14T19:04:23.837" v="907" actId="478"/>
        <pc:sldMkLst>
          <pc:docMk/>
          <pc:sldMk cId="4099550087" sldId="279"/>
        </pc:sldMkLst>
        <pc:spChg chg="del">
          <ac:chgData name="Rich Reba" userId="55db41ab6eb3f845" providerId="LiveId" clId="{0E19DA16-244C-5B50-BE0F-52911DD4CA7E}" dt="2026-08-14T19:04:23.837" v="907" actId="478"/>
          <ac:spMkLst>
            <pc:docMk/>
            <pc:sldMk cId="4099550087" sldId="279"/>
            <ac:spMk id="6" creationId="{7CAB671F-9BEE-E2C8-B532-9AAC16B0D9FC}"/>
          </ac:spMkLst>
        </pc:spChg>
      </pc:sldChg>
      <pc:sldChg chg="delSp mod">
        <pc:chgData name="Rich Reba" userId="55db41ab6eb3f845" providerId="LiveId" clId="{0E19DA16-244C-5B50-BE0F-52911DD4CA7E}" dt="2026-08-14T19:04:36.542" v="910" actId="478"/>
        <pc:sldMkLst>
          <pc:docMk/>
          <pc:sldMk cId="2970225831" sldId="280"/>
        </pc:sldMkLst>
        <pc:spChg chg="del">
          <ac:chgData name="Rich Reba" userId="55db41ab6eb3f845" providerId="LiveId" clId="{0E19DA16-244C-5B50-BE0F-52911DD4CA7E}" dt="2026-08-14T19:04:36.542" v="910" actId="478"/>
          <ac:spMkLst>
            <pc:docMk/>
            <pc:sldMk cId="2970225831" sldId="280"/>
            <ac:spMk id="6" creationId="{ED514B9A-C821-414D-27E7-22058443F6B3}"/>
          </ac:spMkLst>
        </pc:spChg>
      </pc:sldChg>
      <pc:sldChg chg="delSp modSp mod">
        <pc:chgData name="Rich Reba" userId="55db41ab6eb3f845" providerId="LiveId" clId="{0E19DA16-244C-5B50-BE0F-52911DD4CA7E}" dt="2026-08-14T19:04:20.863" v="906" actId="478"/>
        <pc:sldMkLst>
          <pc:docMk/>
          <pc:sldMk cId="2988147867" sldId="282"/>
        </pc:sldMkLst>
        <pc:spChg chg="del">
          <ac:chgData name="Rich Reba" userId="55db41ab6eb3f845" providerId="LiveId" clId="{0E19DA16-244C-5B50-BE0F-52911DD4CA7E}" dt="2026-08-14T19:04:20.863" v="906" actId="478"/>
          <ac:spMkLst>
            <pc:docMk/>
            <pc:sldMk cId="2988147867" sldId="282"/>
            <ac:spMk id="5" creationId="{C5748C3E-8A70-958C-B8E4-332FC5861BB3}"/>
          </ac:spMkLst>
        </pc:spChg>
        <pc:graphicFrameChg chg="modGraphic">
          <ac:chgData name="Rich Reba" userId="55db41ab6eb3f845" providerId="LiveId" clId="{0E19DA16-244C-5B50-BE0F-52911DD4CA7E}" dt="2026-08-09T19:30:27" v="133" actId="20577"/>
          <ac:graphicFrameMkLst>
            <pc:docMk/>
            <pc:sldMk cId="2988147867" sldId="282"/>
            <ac:graphicFrameMk id="6" creationId="{DA3B7C68-A7A8-1CF8-C46B-DD7B5A05617E}"/>
          </ac:graphicFrameMkLst>
        </pc:graphicFrameChg>
      </pc:sldChg>
      <pc:sldChg chg="modSp mod">
        <pc:chgData name="Rich Reba" userId="55db41ab6eb3f845" providerId="LiveId" clId="{0E19DA16-244C-5B50-BE0F-52911DD4CA7E}" dt="2026-08-09T19:36:40.304" v="799" actId="20577"/>
        <pc:sldMkLst>
          <pc:docMk/>
          <pc:sldMk cId="3960435043" sldId="283"/>
        </pc:sldMkLst>
        <pc:graphicFrameChg chg="modGraphic">
          <ac:chgData name="Rich Reba" userId="55db41ab6eb3f845" providerId="LiveId" clId="{0E19DA16-244C-5B50-BE0F-52911DD4CA7E}" dt="2026-08-09T19:36:40.304" v="799" actId="20577"/>
          <ac:graphicFrameMkLst>
            <pc:docMk/>
            <pc:sldMk cId="3960435043" sldId="283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Open_Knowledge_Sharing/Open_Knowledge_Sharing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Open_Knowledge_Sharing/Open_Knowledge_Sharing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962722" y="2785676"/>
            <a:ext cx="10266556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Open Knowledge Sharing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Open Knowledge Sharing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C2539-A599-CF7E-944F-5C23705E39F9}"/>
              </a:ext>
            </a:extLst>
          </p:cNvPr>
          <p:cNvSpPr txBox="1"/>
          <p:nvPr/>
        </p:nvSpPr>
        <p:spPr>
          <a:xfrm>
            <a:off x="914400" y="1883229"/>
            <a:ext cx="546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Open_Knowledge_Sharing_v1_Epic-Hypothesis-Statement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43773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knowledge they can 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viral ideation is needed to attract and retain subscribers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ideate and use the BOK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may be interested in certifications, etc.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develop initial AccelRR8 Body of Knowledge content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industry influencers to share their knowledge and advocacy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6D51B8-EAEB-EAC5-1B5E-A8C3E5DDAE00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298814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1085"/>
              </p:ext>
            </p:extLst>
          </p:nvPr>
        </p:nvGraphicFramePr>
        <p:xfrm>
          <a:off x="969319" y="1690688"/>
          <a:ext cx="9991124" cy="43122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Free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share ideas with one another via an online platform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access the AccelRR8 Body of Knowledge, including the AccelRR8 Framework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participate in Consortium webinars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99869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Fee-based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PMI) Individual leaders can take an exam for a one-time fee, and maintain a certification for an annual renewal fee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ASUG) Organizations can pay an annual fee that covers Open Knowledge Sharing fees for all employees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various standards bodies) Organizations can pay an annual fee to help govern and evolve the AccelRR8 BOK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1917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601DD6-DAE5-888B-0F9A-3C9911942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62467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knowledge they can 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viral ideation is needed to attract and retain subscribers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ideate and use the BOK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may be interested in certifications, etc.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develop initial AccelRR8 Body of Knowledge content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industry influencers to share their knowledge and advocacy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CEF85F-FA07-5066-9814-4971C58E1274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46F6A-701E-095B-90D8-0F5F5319F795}"/>
              </a:ext>
            </a:extLst>
          </p:cNvPr>
          <p:cNvSpPr txBox="1"/>
          <p:nvPr/>
        </p:nvSpPr>
        <p:spPr>
          <a:xfrm>
            <a:off x="914400" y="1883229"/>
            <a:ext cx="5032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Open_Knowledge_Sharing_v1_Lean_Business_Case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99952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Knowledge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Offering MVP </a:t>
            </a:r>
            <a:br>
              <a:rPr lang="en-US" dirty="0"/>
            </a:br>
            <a:r>
              <a:rPr lang="en-US" dirty="0"/>
              <a:t>Component Links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EDB53E-860A-E121-26F6-57064FD09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64776"/>
              </p:ext>
            </p:extLst>
          </p:nvPr>
        </p:nvGraphicFramePr>
        <p:xfrm>
          <a:off x="969319" y="1690688"/>
          <a:ext cx="10795218" cy="441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65220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Knowledge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Enterprising Tech Services leaders want to deliver exponential benefits to their customers and organizations, but must overcome systemic cultural and technical barriers to do so at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Tech Services leaders work together to accelerate exponential success for themselves, their companies and colleagues, the Tech Services industry and, by extension, all of humanity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Research &amp;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Product Research &amp; Development to develop the offering&gt;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Media and Analyst Relations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MVP will include low-cost advertisements through select media, and will attempt to enlist the help of select industry analysts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897587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MVP will include demand generation collateral that will be featured on the AccelRR8 Consortium LinkedIn page, and advertised to potential collaborators via:</a:t>
                      </a:r>
                    </a:p>
                    <a:p>
                      <a:pPr marL="123825" indent="-123825">
                        <a:buFontTx/>
                        <a:buChar char="-"/>
                        <a:tabLst/>
                      </a:pPr>
                      <a:r>
                        <a:rPr lang="en-US" dirty="0"/>
                        <a:t>LinkedIn to AccelRR8 Consortium Board Members’ professional LinkedIn Networks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225835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13271</TotalTime>
  <Words>1292</Words>
  <Application>Microsoft Macintosh PowerPoint</Application>
  <PresentationFormat>Widescreen</PresentationFormat>
  <Paragraphs>146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Office Theme</vt:lpstr>
      <vt:lpstr>1_Office Theme</vt:lpstr>
      <vt:lpstr>  AccelRR8 Consortium NonProfit Open Knowledge Sharing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Offering MVP  Component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136</cp:revision>
  <cp:lastPrinted>2023-12-07T14:04:48Z</cp:lastPrinted>
  <dcterms:created xsi:type="dcterms:W3CDTF">2023-08-22T19:09:59Z</dcterms:created>
  <dcterms:modified xsi:type="dcterms:W3CDTF">2026-08-14T19:06:47Z</dcterms:modified>
</cp:coreProperties>
</file>