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78" r:id="rId4"/>
    <p:sldId id="264" r:id="rId5"/>
    <p:sldId id="266" r:id="rId6"/>
    <p:sldId id="279" r:id="rId7"/>
    <p:sldId id="276" r:id="rId8"/>
    <p:sldId id="277" r:id="rId9"/>
    <p:sldId id="268" r:id="rId10"/>
    <p:sldId id="281" r:id="rId11"/>
    <p:sldId id="280" r:id="rId12"/>
    <p:sldId id="27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AB143F-4C99-C24B-ABCA-9A1BBADA0156}" v="12" dt="2026-08-12T12:26:36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9"/>
    <p:restoredTop sz="95685"/>
  </p:normalViewPr>
  <p:slideViewPr>
    <p:cSldViewPr snapToGrid="0">
      <p:cViewPr varScale="1">
        <p:scale>
          <a:sx n="117" d="100"/>
          <a:sy n="117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undo custSel addSld delSld modSld">
      <pc:chgData name="Rich Reba" userId="55db41ab6eb3f845" providerId="LiveId" clId="{0E19DA16-244C-5B50-BE0F-52911DD4CA7E}" dt="2026-08-12T12:27:48.702" v="919" actId="20577"/>
      <pc:docMkLst>
        <pc:docMk/>
      </pc:docMkLst>
      <pc:sldChg chg="modSp mod">
        <pc:chgData name="Rich Reba" userId="55db41ab6eb3f845" providerId="LiveId" clId="{0E19DA16-244C-5B50-BE0F-52911DD4CA7E}" dt="2026-08-12T12:27:48.702" v="919" actId="20577"/>
        <pc:sldMkLst>
          <pc:docMk/>
          <pc:sldMk cId="0" sldId="256"/>
        </pc:sldMkLst>
        <pc:spChg chg="mod">
          <ac:chgData name="Rich Reba" userId="55db41ab6eb3f845" providerId="LiveId" clId="{0E19DA16-244C-5B50-BE0F-52911DD4CA7E}" dt="2026-08-12T12:27:48.702" v="919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 add del mod">
        <pc:chgData name="Rich Reba" userId="55db41ab6eb3f845" providerId="LiveId" clId="{0E19DA16-244C-5B50-BE0F-52911DD4CA7E}" dt="2026-08-12T12:24:47.601" v="913"/>
        <pc:sldMkLst>
          <pc:docMk/>
          <pc:sldMk cId="1272635936" sldId="264"/>
        </pc:sldMkLst>
        <pc:spChg chg="add del mod">
          <ac:chgData name="Rich Reba" userId="55db41ab6eb3f845" providerId="LiveId" clId="{0E19DA16-244C-5B50-BE0F-52911DD4CA7E}" dt="2026-08-12T12:23:55.555" v="898"/>
          <ac:spMkLst>
            <pc:docMk/>
            <pc:sldMk cId="1272635936" sldId="264"/>
            <ac:spMk id="5" creationId="{EAE634F3-0A78-7D3B-BCC9-7B6CDA6CA4F4}"/>
          </ac:spMkLst>
        </pc:spChg>
        <pc:spChg chg="add del mod">
          <ac:chgData name="Rich Reba" userId="55db41ab6eb3f845" providerId="LiveId" clId="{0E19DA16-244C-5B50-BE0F-52911DD4CA7E}" dt="2026-08-12T12:24:08.553" v="903" actId="478"/>
          <ac:spMkLst>
            <pc:docMk/>
            <pc:sldMk cId="1272635936" sldId="264"/>
            <ac:spMk id="7" creationId="{207DC645-441D-D829-9480-23649A22EBD0}"/>
          </ac:spMkLst>
        </pc:spChg>
        <pc:spChg chg="add mod">
          <ac:chgData name="Rich Reba" userId="55db41ab6eb3f845" providerId="LiveId" clId="{0E19DA16-244C-5B50-BE0F-52911DD4CA7E}" dt="2026-08-12T12:24:47.601" v="913"/>
          <ac:spMkLst>
            <pc:docMk/>
            <pc:sldMk cId="1272635936" sldId="264"/>
            <ac:spMk id="8" creationId="{1496CFD0-CC3F-65DD-969F-F7DD1397FD8A}"/>
          </ac:spMkLst>
        </pc:spChg>
        <pc:graphicFrameChg chg="del modGraphic">
          <ac:chgData name="Rich Reba" userId="55db41ab6eb3f845" providerId="LiveId" clId="{0E19DA16-244C-5B50-BE0F-52911DD4CA7E}" dt="2026-08-12T12:15:16.727" v="889" actId="478"/>
          <ac:graphicFrameMkLst>
            <pc:docMk/>
            <pc:sldMk cId="1272635936" sldId="264"/>
            <ac:graphicFrameMk id="5" creationId="{4B70F3A5-8062-29A2-30D0-2783CB3DFCCA}"/>
          </ac:graphicFrameMkLst>
        </pc:graphicFrameChg>
      </pc:sldChg>
      <pc:sldChg chg="modSp mod">
        <pc:chgData name="Rich Reba" userId="55db41ab6eb3f845" providerId="LiveId" clId="{0E19DA16-244C-5B50-BE0F-52911DD4CA7E}" dt="2026-08-09T19:15:26.765" v="158" actId="20577"/>
        <pc:sldMkLst>
          <pc:docMk/>
          <pc:sldMk cId="4188122143" sldId="266"/>
        </pc:sldMkLst>
        <pc:graphicFrameChg chg="modGraphic">
          <ac:chgData name="Rich Reba" userId="55db41ab6eb3f845" providerId="LiveId" clId="{0E19DA16-244C-5B50-BE0F-52911DD4CA7E}" dt="2026-08-09T19:15:26.765" v="158" actId="20577"/>
          <ac:graphicFrameMkLst>
            <pc:docMk/>
            <pc:sldMk cId="4188122143" sldId="266"/>
            <ac:graphicFrameMk id="6" creationId="{DA3B7C68-A7A8-1CF8-C46B-DD7B5A05617E}"/>
          </ac:graphicFrameMkLst>
        </pc:graphicFrameChg>
      </pc:sldChg>
      <pc:sldChg chg="addSp delSp modSp mod">
        <pc:chgData name="Rich Reba" userId="55db41ab6eb3f845" providerId="LiveId" clId="{0E19DA16-244C-5B50-BE0F-52911DD4CA7E}" dt="2026-08-12T12:25:55.429" v="916" actId="3626"/>
        <pc:sldMkLst>
          <pc:docMk/>
          <pc:sldMk cId="1243007551" sldId="268"/>
        </pc:sldMkLst>
        <pc:spChg chg="add mod">
          <ac:chgData name="Rich Reba" userId="55db41ab6eb3f845" providerId="LiveId" clId="{0E19DA16-244C-5B50-BE0F-52911DD4CA7E}" dt="2026-08-12T12:25:55.429" v="916" actId="3626"/>
          <ac:spMkLst>
            <pc:docMk/>
            <pc:sldMk cId="1243007551" sldId="268"/>
            <ac:spMk id="2" creationId="{9A67326E-FBC5-950B-3C9B-6545AE647EDF}"/>
          </ac:spMkLst>
        </pc:spChg>
        <pc:spChg chg="mod">
          <ac:chgData name="Rich Reba" userId="55db41ab6eb3f845" providerId="LiveId" clId="{0E19DA16-244C-5B50-BE0F-52911DD4CA7E}" dt="2026-08-12T12:15:30.623" v="890" actId="20577"/>
          <ac:spMkLst>
            <pc:docMk/>
            <pc:sldMk cId="1243007551" sldId="268"/>
            <ac:spMk id="96" creationId="{00000000-0000-0000-0000-000000000000}"/>
          </ac:spMkLst>
        </pc:spChg>
        <pc:graphicFrameChg chg="del modGraphic">
          <ac:chgData name="Rich Reba" userId="55db41ab6eb3f845" providerId="LiveId" clId="{0E19DA16-244C-5B50-BE0F-52911DD4CA7E}" dt="2026-08-12T12:15:34.987" v="891" actId="478"/>
          <ac:graphicFrameMkLst>
            <pc:docMk/>
            <pc:sldMk cId="1243007551" sldId="268"/>
            <ac:graphicFrameMk id="2" creationId="{849548E0-A616-4177-21C8-C63119ADCD53}"/>
          </ac:graphicFrameMkLst>
        </pc:graphicFrameChg>
      </pc:sldChg>
      <pc:sldChg chg="modSp del mod">
        <pc:chgData name="Rich Reba" userId="55db41ab6eb3f845" providerId="LiveId" clId="{0E19DA16-244C-5B50-BE0F-52911DD4CA7E}" dt="2026-08-12T12:15:36.827" v="892" actId="2696"/>
        <pc:sldMkLst>
          <pc:docMk/>
          <pc:sldMk cId="450257364" sldId="269"/>
        </pc:sldMkLst>
      </pc:sldChg>
      <pc:sldChg chg="modSp del mod">
        <pc:chgData name="Rich Reba" userId="55db41ab6eb3f845" providerId="LiveId" clId="{0E19DA16-244C-5B50-BE0F-52911DD4CA7E}" dt="2026-08-12T12:15:37.368" v="893" actId="2696"/>
        <pc:sldMkLst>
          <pc:docMk/>
          <pc:sldMk cId="4255637138" sldId="270"/>
        </pc:sldMkLst>
      </pc:sldChg>
      <pc:sldChg chg="modSp del mod">
        <pc:chgData name="Rich Reba" userId="55db41ab6eb3f845" providerId="LiveId" clId="{0E19DA16-244C-5B50-BE0F-52911DD4CA7E}" dt="2026-08-12T12:15:37.861" v="894" actId="2696"/>
        <pc:sldMkLst>
          <pc:docMk/>
          <pc:sldMk cId="67448461" sldId="271"/>
        </pc:sldMkLst>
      </pc:sldChg>
      <pc:sldChg chg="modSp del mod">
        <pc:chgData name="Rich Reba" userId="55db41ab6eb3f845" providerId="LiveId" clId="{0E19DA16-244C-5B50-BE0F-52911DD4CA7E}" dt="2026-08-12T12:15:41.277" v="895" actId="2696"/>
        <pc:sldMkLst>
          <pc:docMk/>
          <pc:sldMk cId="3088802820" sldId="272"/>
        </pc:sldMkLst>
        <pc:spChg chg="mod">
          <ac:chgData name="Rich Reba" userId="55db41ab6eb3f845" providerId="LiveId" clId="{0E19DA16-244C-5B50-BE0F-52911DD4CA7E}" dt="2026-08-12T12:02:02.611" v="886" actId="20577"/>
          <ac:spMkLst>
            <pc:docMk/>
            <pc:sldMk cId="3088802820" sldId="272"/>
            <ac:spMk id="96" creationId="{00000000-0000-0000-0000-000000000000}"/>
          </ac:spMkLst>
        </pc:spChg>
      </pc:sldChg>
      <pc:sldChg chg="modSp">
        <pc:chgData name="Rich Reba" userId="55db41ab6eb3f845" providerId="LiveId" clId="{0E19DA16-244C-5B50-BE0F-52911DD4CA7E}" dt="2026-08-09T19:39:54.762" v="885"/>
        <pc:sldMkLst>
          <pc:docMk/>
          <pc:sldMk cId="2639682451" sldId="275"/>
        </pc:sldMkLst>
        <pc:graphicFrameChg chg="mod">
          <ac:chgData name="Rich Reba" userId="55db41ab6eb3f845" providerId="LiveId" clId="{0E19DA16-244C-5B50-BE0F-52911DD4CA7E}" dt="2026-08-09T19:39:54.762" v="885"/>
          <ac:graphicFrameMkLst>
            <pc:docMk/>
            <pc:sldMk cId="2639682451" sldId="275"/>
            <ac:graphicFrameMk id="8" creationId="{EAC54515-146B-F050-4501-5918908F45C7}"/>
          </ac:graphicFrameMkLst>
        </pc:graphicFrameChg>
      </pc:sldChg>
      <pc:sldChg chg="modSp mod">
        <pc:chgData name="Rich Reba" userId="55db41ab6eb3f845" providerId="LiveId" clId="{0E19DA16-244C-5B50-BE0F-52911DD4CA7E}" dt="2026-08-09T19:16:36.022" v="255" actId="20577"/>
        <pc:sldMkLst>
          <pc:docMk/>
          <pc:sldMk cId="368434212" sldId="277"/>
        </pc:sldMkLst>
        <pc:graphicFrameChg chg="modGraphic">
          <ac:chgData name="Rich Reba" userId="55db41ab6eb3f845" providerId="LiveId" clId="{0E19DA16-244C-5B50-BE0F-52911DD4CA7E}" dt="2026-08-09T19:16:36.022" v="255" actId="20577"/>
          <ac:graphicFrameMkLst>
            <pc:docMk/>
            <pc:sldMk cId="368434212" sldId="277"/>
            <ac:graphicFrameMk id="4" creationId="{DF0CCA37-1217-B7D3-8320-72D1D9B53C50}"/>
          </ac:graphicFrameMkLst>
        </pc:graphicFrameChg>
      </pc:sldChg>
      <pc:sldChg chg="modSp mod">
        <pc:chgData name="Rich Reba" userId="55db41ab6eb3f845" providerId="LiveId" clId="{0E19DA16-244C-5B50-BE0F-52911DD4CA7E}" dt="2026-08-09T19:39:31.854" v="883" actId="20577"/>
        <pc:sldMkLst>
          <pc:docMk/>
          <pc:sldMk cId="3960435043" sldId="281"/>
        </pc:sldMkLst>
        <pc:graphicFrameChg chg="modGraphic">
          <ac:chgData name="Rich Reba" userId="55db41ab6eb3f845" providerId="LiveId" clId="{0E19DA16-244C-5B50-BE0F-52911DD4CA7E}" dt="2026-08-09T19:39:31.854" v="883" actId="20577"/>
          <ac:graphicFrameMkLst>
            <pc:docMk/>
            <pc:sldMk cId="3960435043" sldId="281"/>
            <ac:graphicFrameMk id="5" creationId="{4B70F3A5-8062-29A2-30D0-2783CB3DFC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66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7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38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11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184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36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63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62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8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13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314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89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635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Professional_Networking/Professional_Networking_v1_Epic-Hypothesis-Statement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Professional_Networking/Professional_Networking_v1_Lean_Business_Cas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005444" y="2785676"/>
            <a:ext cx="10181112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Professional Networking Service v1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Professional Networking Service Leader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12, 2026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B78BEAA4-CC48-1EF1-1035-C48CDEB46C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 Review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596B8-DA7D-1389-CC1D-C0EF98524A9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5822-0847-B892-7BF1-00B31C259B5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354B4-F67E-5C6D-DE69-888030925B0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048B8078-0A98-B723-6D07-9C874B8373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811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Hypothesis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89B31-3419-2492-D5BA-841085EFFD2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C860D-600B-CFAA-AA67-87D20B2848A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8312-7BF3-634D-DE2E-782C5EA05BB7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F57F7845-FD8A-DCA4-39DB-1B7D9CF0BA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5676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6CFD0-CC3F-65DD-969F-F7DD1397FD8A}"/>
              </a:ext>
            </a:extLst>
          </p:cNvPr>
          <p:cNvSpPr txBox="1"/>
          <p:nvPr/>
        </p:nvSpPr>
        <p:spPr>
          <a:xfrm>
            <a:off x="914400" y="1883229"/>
            <a:ext cx="530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Professional_Networking_v1_Epic-Hypothesis-Statement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3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Preliminary Cost Estimates and WSJF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FCCD-21B2-3785-8E68-1D6E82E2DA76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A3BE-F73F-61F7-3F9D-5A3302400620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D7C28-1555-09D1-4AEE-8F09AA4FB52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B7C68-A7A8-1CF8-C46B-DD7B5A05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108967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collaborators want exposure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critical mass of subscribers is needed for network effects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engage 100+ initial subscribers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Each new subscriber will need to engage 10 additional subscribers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5" name="Google Shape;18;p9">
            <a:extLst>
              <a:ext uri="{FF2B5EF4-FFF2-40B4-BE49-F238E27FC236}">
                <a16:creationId xmlns:a16="http://schemas.microsoft.com/office/drawing/2014/main" id="{C5748C3E-8A70-958C-B8E4-332FC5861B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4591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D51B8-EAEB-EAC5-1B5E-A8C3E5DDAE00}"/>
              </a:ext>
            </a:extLst>
          </p:cNvPr>
          <p:cNvSpPr txBox="1"/>
          <p:nvPr/>
        </p:nvSpPr>
        <p:spPr>
          <a:xfrm>
            <a:off x="969319" y="6284748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418812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Analysis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D92EC-B5B2-F4BF-5DE9-95612E9E3BE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6C110-0BBD-1173-FD61-0D99BC14657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5FF28-EDA5-D92B-FEB5-078711BC8358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7CAB671F-9BEE-E2C8-B532-9AAC16B0D9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95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Alternatives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2605"/>
              </p:ext>
            </p:extLst>
          </p:nvPr>
        </p:nvGraphicFramePr>
        <p:xfrm>
          <a:off x="969319" y="1690688"/>
          <a:ext cx="9991124" cy="43165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2274358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1: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Global, Free, Virtual Professional Network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SELECTED</a:t>
                      </a:r>
                    </a:p>
                    <a:p>
                      <a:endParaRPr lang="en-US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 enterprising Tech Services leaders make connections and network virtually via free electronic platforms such as LinkedIn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2: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Local, Fee-based,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In-Person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Professional Network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CONSIDER FOR FUTURE VERSION</a:t>
                      </a:r>
                    </a:p>
                    <a:p>
                      <a:endParaRPr lang="en-US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(Like Toastmasters) Sponsor and host fee-based events to help enterprising Tech Services leaders make in-person connections and network in localities starting with the Washington, D.C. metro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EEA9109-11FD-F460-0725-95712E9F1A0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E2DB-9695-6846-EBC0-CDDAB593C84D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5B23-224F-30BC-1255-BD6819F53A1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B53C39C2-BA45-92C3-D93B-96BF2FF7E2E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17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Refined Cost Estimates and WSJF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44920-E1DB-DBA8-39D2-0F97A8DAB79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65CE0-9D8F-416A-DC1E-6FAA36024E8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93366-078D-A801-5B4A-525F4CD74719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3" name="Google Shape;18;p9">
            <a:extLst>
              <a:ext uri="{FF2B5EF4-FFF2-40B4-BE49-F238E27FC236}">
                <a16:creationId xmlns:a16="http://schemas.microsoft.com/office/drawing/2014/main" id="{7EF92490-8763-C122-9420-8771007CA2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0CCA37-1217-B7D3-8320-72D1D9B53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039925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subscribers want exposure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critical mass of subscribers is needed for network effects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engage 100+ initial subscribers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Each new subscriber will need to engage 10 additional subscribers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3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16F5D-3110-F78F-4BCE-2771F94F23F4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5135-FB35-B334-1389-8F4FC41447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2194-1B19-D864-7329-44E737966261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FC3986F6-425A-0514-DE8E-DE31978EAAD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67326E-FBC5-950B-3C9B-6545AE647EDF}"/>
              </a:ext>
            </a:extLst>
          </p:cNvPr>
          <p:cNvSpPr txBox="1"/>
          <p:nvPr/>
        </p:nvSpPr>
        <p:spPr>
          <a:xfrm>
            <a:off x="914400" y="1883229"/>
            <a:ext cx="4873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Professional_Networking_v1_Lean_Business_Case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85008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Professional Networking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Customers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372D81-FEF0-F693-D686-F9DF46C1643F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5A52-20CA-F258-B608-01820FE0C52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8F55C-5399-5D3A-6145-A00CC01B7E5F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96043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Implementing - MVP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D088-D60A-E04C-3455-F07D0ED3B9D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836CB-4917-29CA-7AC0-92843E14565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CCD8A-8B41-9B93-2D05-D8CF2AC3F89C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ED514B9A-C821-414D-27E7-22058443F6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02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1BEFC-1920-CDC4-D668-C6A225FD1E8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67E27-965B-E3ED-DB12-8F7EC8856408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28C04-B19B-2E05-3473-28A909FEAFDE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7C30D5DC-2695-01BA-B05D-C3CC4747D7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AC54515-146B-F050-4501-5918908F4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82310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Professional Networking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Customers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68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14609</TotalTime>
  <Words>1158</Words>
  <Application>Microsoft Macintosh PowerPoint</Application>
  <PresentationFormat>Widescreen</PresentationFormat>
  <Paragraphs>146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Office Theme</vt:lpstr>
      <vt:lpstr>1_Office Theme</vt:lpstr>
      <vt:lpstr>  AccelRR8 Consortium NonProfit Professional Networking Service v1 </vt:lpstr>
      <vt:lpstr>Deliverables Produced During the Review Stage</vt:lpstr>
      <vt:lpstr>Service Hypothesis</vt:lpstr>
      <vt:lpstr>Preliminary Cost Estimates and WSJF</vt:lpstr>
      <vt:lpstr>Deliverables Produced During the Analysis Stage</vt:lpstr>
      <vt:lpstr>Service Alternatives</vt:lpstr>
      <vt:lpstr>Refined Cost Estimates and WSJF</vt:lpstr>
      <vt:lpstr>Lean Business Case</vt:lpstr>
      <vt:lpstr>Service MVP  Component Descriptions</vt:lpstr>
      <vt:lpstr>Deliverables Produced During the Implementing - MVP Stage</vt:lpstr>
      <vt:lpstr>Service MVP  Component Descriptions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135</cp:revision>
  <cp:lastPrinted>2026-08-09T19:26:34Z</cp:lastPrinted>
  <dcterms:created xsi:type="dcterms:W3CDTF">2023-08-22T19:09:59Z</dcterms:created>
  <dcterms:modified xsi:type="dcterms:W3CDTF">2026-08-12T12:27:51Z</dcterms:modified>
</cp:coreProperties>
</file>