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8"/>
  </p:notesMasterIdLst>
  <p:sldIdLst>
    <p:sldId id="256" r:id="rId2"/>
    <p:sldId id="400" r:id="rId3"/>
    <p:sldId id="417" r:id="rId4"/>
    <p:sldId id="420" r:id="rId5"/>
    <p:sldId id="421" r:id="rId6"/>
    <p:sldId id="40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2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B050"/>
    <a:srgbClr val="FFFFFF"/>
    <a:srgbClr val="ED7D31"/>
    <a:srgbClr val="282828"/>
    <a:srgbClr val="F2F2F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43809C-D10A-264C-B7BA-94778C12E332}" v="50" dt="2026-08-14T20:16:35.0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00"/>
    <p:restoredTop sz="94778"/>
  </p:normalViewPr>
  <p:slideViewPr>
    <p:cSldViewPr snapToGrid="0">
      <p:cViewPr>
        <p:scale>
          <a:sx n="130" d="100"/>
          <a:sy n="130" d="100"/>
        </p:scale>
        <p:origin x="13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custSel addSld delSld modSld sldOrd">
      <pc:chgData name="Rich Reba" userId="55db41ab6eb3f845" providerId="LiveId" clId="{0E19DA16-244C-5B50-BE0F-52911DD4CA7E}" dt="2026-08-14T20:20:38.460" v="1424" actId="20577"/>
      <pc:docMkLst>
        <pc:docMk/>
      </pc:docMkLst>
      <pc:sldChg chg="modSp mod">
        <pc:chgData name="Rich Reba" userId="55db41ab6eb3f845" providerId="LiveId" clId="{0E19DA16-244C-5B50-BE0F-52911DD4CA7E}" dt="2026-08-14T19:49:03.386" v="28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14T19:49:03.386" v="28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del mod">
        <pc:chgData name="Rich Reba" userId="55db41ab6eb3f845" providerId="LiveId" clId="{0E19DA16-244C-5B50-BE0F-52911DD4CA7E}" dt="2026-08-14T19:48:53.727" v="277" actId="2696"/>
        <pc:sldMkLst>
          <pc:docMk/>
          <pc:sldMk cId="3601186110" sldId="273"/>
        </pc:sldMkLst>
      </pc:sldChg>
      <pc:sldChg chg="delSp del mod">
        <pc:chgData name="Rich Reba" userId="55db41ab6eb3f845" providerId="LiveId" clId="{0E19DA16-244C-5B50-BE0F-52911DD4CA7E}" dt="2026-08-14T19:48:03.187" v="267" actId="2696"/>
        <pc:sldMkLst>
          <pc:docMk/>
          <pc:sldMk cId="1961190671" sldId="274"/>
        </pc:sldMkLst>
      </pc:sldChg>
      <pc:sldChg chg="del">
        <pc:chgData name="Rich Reba" userId="55db41ab6eb3f845" providerId="LiveId" clId="{0E19DA16-244C-5B50-BE0F-52911DD4CA7E}" dt="2026-08-14T19:48:55.662" v="278" actId="2696"/>
        <pc:sldMkLst>
          <pc:docMk/>
          <pc:sldMk cId="463985386" sldId="275"/>
        </pc:sldMkLst>
      </pc:sldChg>
      <pc:sldChg chg="delSp mod modNotesTx">
        <pc:chgData name="Rich Reba" userId="55db41ab6eb3f845" providerId="LiveId" clId="{0E19DA16-244C-5B50-BE0F-52911DD4CA7E}" dt="2026-08-14T19:49:21.717" v="285" actId="20577"/>
        <pc:sldMkLst>
          <pc:docMk/>
          <pc:sldMk cId="797649862" sldId="400"/>
        </pc:sldMkLst>
        <pc:picChg chg="del">
          <ac:chgData name="Rich Reba" userId="55db41ab6eb3f845" providerId="LiveId" clId="{0E19DA16-244C-5B50-BE0F-52911DD4CA7E}" dt="2026-08-14T19:48:37.244" v="275" actId="478"/>
          <ac:picMkLst>
            <pc:docMk/>
            <pc:sldMk cId="797649862" sldId="400"/>
            <ac:picMk id="4" creationId="{17F858C6-D24B-275F-C277-0DF9F5D07742}"/>
          </ac:picMkLst>
        </pc:picChg>
        <pc:picChg chg="del">
          <ac:chgData name="Rich Reba" userId="55db41ab6eb3f845" providerId="LiveId" clId="{0E19DA16-244C-5B50-BE0F-52911DD4CA7E}" dt="2026-08-14T19:48:37.244" v="275" actId="478"/>
          <ac:picMkLst>
            <pc:docMk/>
            <pc:sldMk cId="797649862" sldId="400"/>
            <ac:picMk id="7" creationId="{11E7C6CA-1629-36F8-F9B9-6EA9D804C1B1}"/>
          </ac:picMkLst>
        </pc:picChg>
      </pc:sldChg>
      <pc:sldChg chg="delSp modSp mod">
        <pc:chgData name="Rich Reba" userId="55db41ab6eb3f845" providerId="LiveId" clId="{0E19DA16-244C-5B50-BE0F-52911DD4CA7E}" dt="2026-08-14T20:20:38.460" v="1424" actId="20577"/>
        <pc:sldMkLst>
          <pc:docMk/>
          <pc:sldMk cId="4204179867" sldId="401"/>
        </pc:sldMkLst>
        <pc:spChg chg="mod">
          <ac:chgData name="Rich Reba" userId="55db41ab6eb3f845" providerId="LiveId" clId="{0E19DA16-244C-5B50-BE0F-52911DD4CA7E}" dt="2026-08-14T20:20:38.460" v="1424" actId="20577"/>
          <ac:spMkLst>
            <pc:docMk/>
            <pc:sldMk cId="4204179867" sldId="401"/>
            <ac:spMk id="96" creationId="{52522E90-5AE9-9FBE-04B3-D747C0792CCB}"/>
          </ac:spMkLst>
        </pc:spChg>
        <pc:picChg chg="del">
          <ac:chgData name="Rich Reba" userId="55db41ab6eb3f845" providerId="LiveId" clId="{0E19DA16-244C-5B50-BE0F-52911DD4CA7E}" dt="2026-08-14T19:48:31.371" v="274" actId="478"/>
          <ac:picMkLst>
            <pc:docMk/>
            <pc:sldMk cId="4204179867" sldId="401"/>
            <ac:picMk id="3" creationId="{7EEA8827-7200-657E-4854-70B29D615285}"/>
          </ac:picMkLst>
        </pc:picChg>
      </pc:sldChg>
      <pc:sldChg chg="delSp modSp del mod">
        <pc:chgData name="Rich Reba" userId="55db41ab6eb3f845" providerId="LiveId" clId="{0E19DA16-244C-5B50-BE0F-52911DD4CA7E}" dt="2026-08-14T20:18:24.618" v="1406" actId="2696"/>
        <pc:sldMkLst>
          <pc:docMk/>
          <pc:sldMk cId="401125609" sldId="409"/>
        </pc:sldMkLst>
        <pc:spChg chg="mod">
          <ac:chgData name="Rich Reba" userId="55db41ab6eb3f845" providerId="LiveId" clId="{0E19DA16-244C-5B50-BE0F-52911DD4CA7E}" dt="2026-08-14T19:48:22.208" v="273" actId="20577"/>
          <ac:spMkLst>
            <pc:docMk/>
            <pc:sldMk cId="401125609" sldId="409"/>
            <ac:spMk id="96" creationId="{213A3A61-4044-D39A-7839-F3AEFE0C296B}"/>
          </ac:spMkLst>
        </pc:spChg>
      </pc:sldChg>
      <pc:sldChg chg="ord">
        <pc:chgData name="Rich Reba" userId="55db41ab6eb3f845" providerId="LiveId" clId="{0E19DA16-244C-5B50-BE0F-52911DD4CA7E}" dt="2026-08-14T19:48:44.219" v="276" actId="20578"/>
        <pc:sldMkLst>
          <pc:docMk/>
          <pc:sldMk cId="2377141767" sldId="417"/>
        </pc:sldMkLst>
      </pc:sldChg>
      <pc:sldChg chg="modSp del mod">
        <pc:chgData name="Rich Reba" userId="55db41ab6eb3f845" providerId="LiveId" clId="{0E19DA16-244C-5B50-BE0F-52911DD4CA7E}" dt="2026-08-14T19:47:56.647" v="266" actId="2696"/>
        <pc:sldMkLst>
          <pc:docMk/>
          <pc:sldMk cId="3955824805" sldId="418"/>
        </pc:sldMkLst>
        <pc:spChg chg="mod">
          <ac:chgData name="Rich Reba" userId="55db41ab6eb3f845" providerId="LiveId" clId="{0E19DA16-244C-5B50-BE0F-52911DD4CA7E}" dt="2026-08-14T12:38:25.664" v="265" actId="20577"/>
          <ac:spMkLst>
            <pc:docMk/>
            <pc:sldMk cId="3955824805" sldId="418"/>
            <ac:spMk id="22" creationId="{278CDA1C-9746-8737-E977-E13F1843DD8E}"/>
          </ac:spMkLst>
        </pc:spChg>
      </pc:sldChg>
      <pc:sldChg chg="addSp delSp modSp add del mod modNotesTx">
        <pc:chgData name="Rich Reba" userId="55db41ab6eb3f845" providerId="LiveId" clId="{0E19DA16-244C-5B50-BE0F-52911DD4CA7E}" dt="2026-08-14T20:16:14.870" v="1388" actId="2696"/>
        <pc:sldMkLst>
          <pc:docMk/>
          <pc:sldMk cId="2470097404" sldId="419"/>
        </pc:sldMkLst>
        <pc:spChg chg="add mod">
          <ac:chgData name="Rich Reba" userId="55db41ab6eb3f845" providerId="LiveId" clId="{0E19DA16-244C-5B50-BE0F-52911DD4CA7E}" dt="2026-08-14T19:53:09.531" v="392" actId="1038"/>
          <ac:spMkLst>
            <pc:docMk/>
            <pc:sldMk cId="2470097404" sldId="419"/>
            <ac:spMk id="2" creationId="{55B55D5D-22AE-960E-33B4-C1612042ACFB}"/>
          </ac:spMkLst>
        </pc:spChg>
        <pc:spChg chg="add mod">
          <ac:chgData name="Rich Reba" userId="55db41ab6eb3f845" providerId="LiveId" clId="{0E19DA16-244C-5B50-BE0F-52911DD4CA7E}" dt="2026-08-14T19:54:16.207" v="481" actId="1036"/>
          <ac:spMkLst>
            <pc:docMk/>
            <pc:sldMk cId="2470097404" sldId="419"/>
            <ac:spMk id="3" creationId="{05E5342E-7CA8-AD77-BF1A-AF075762E3BD}"/>
          </ac:spMkLst>
        </pc:spChg>
        <pc:spChg chg="add mod">
          <ac:chgData name="Rich Reba" userId="55db41ab6eb3f845" providerId="LiveId" clId="{0E19DA16-244C-5B50-BE0F-52911DD4CA7E}" dt="2026-08-14T19:54:10.940" v="478" actId="20577"/>
          <ac:spMkLst>
            <pc:docMk/>
            <pc:sldMk cId="2470097404" sldId="419"/>
            <ac:spMk id="4" creationId="{666DDE4F-A29E-70FF-C658-81FA00763BF2}"/>
          </ac:spMkLst>
        </pc:spChg>
        <pc:spChg chg="add mod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6" creationId="{7C118FFD-C615-7735-3DE4-6B35A4E4FAD7}"/>
          </ac:spMkLst>
        </pc:spChg>
        <pc:spChg chg="add mod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7" creationId="{B1A81665-2805-D24D-AB58-5E065617D840}"/>
          </ac:spMkLst>
        </pc:spChg>
        <pc:spChg chg="add mod">
          <ac:chgData name="Rich Reba" userId="55db41ab6eb3f845" providerId="LiveId" clId="{0E19DA16-244C-5B50-BE0F-52911DD4CA7E}" dt="2026-08-14T19:55:06.720" v="508" actId="571"/>
          <ac:spMkLst>
            <pc:docMk/>
            <pc:sldMk cId="2470097404" sldId="419"/>
            <ac:spMk id="8" creationId="{5B1092D5-B92B-C8E1-7242-9F802C5F36A3}"/>
          </ac:spMkLst>
        </pc:spChg>
        <pc:spChg chg="add mod">
          <ac:chgData name="Rich Reba" userId="55db41ab6eb3f845" providerId="LiveId" clId="{0E19DA16-244C-5B50-BE0F-52911DD4CA7E}" dt="2026-08-14T19:55:37.825" v="513" actId="571"/>
          <ac:spMkLst>
            <pc:docMk/>
            <pc:sldMk cId="2470097404" sldId="419"/>
            <ac:spMk id="9" creationId="{5B5E3C76-8CAA-121D-9BAF-3FCC81D7B75D}"/>
          </ac:spMkLst>
        </pc:spChg>
        <pc:spChg chg="add mod">
          <ac:chgData name="Rich Reba" userId="55db41ab6eb3f845" providerId="LiveId" clId="{0E19DA16-244C-5B50-BE0F-52911DD4CA7E}" dt="2026-08-14T19:55:45.225" v="514" actId="571"/>
          <ac:spMkLst>
            <pc:docMk/>
            <pc:sldMk cId="2470097404" sldId="419"/>
            <ac:spMk id="10" creationId="{2B034FA2-DD53-6682-5675-03AE1F429062}"/>
          </ac:spMkLst>
        </pc:spChg>
        <pc:spChg chg="add mod topLvl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1" creationId="{0C9E940C-FCB4-06A7-D1C2-BA74C306F316}"/>
          </ac:spMkLst>
        </pc:spChg>
        <pc:spChg chg="add mod topLvl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2" creationId="{D12FD5CA-837D-146C-3659-733BDA8127DF}"/>
          </ac:spMkLst>
        </pc:spChg>
        <pc:spChg chg="add mod topLvl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3" creationId="{67385305-DC8D-D174-C205-C04EECA664F1}"/>
          </ac:spMkLst>
        </pc:spChg>
        <pc:spChg chg="add mod topLvl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4" creationId="{953859F8-AE41-DE7D-0C38-1ED9D14E2D94}"/>
          </ac:spMkLst>
        </pc:spChg>
        <pc:spChg chg="add mod topLvl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5" creationId="{55C76253-32DF-A1F4-A1BA-9F20C5AF0540}"/>
          </ac:spMkLst>
        </pc:spChg>
        <pc:spChg chg="add mod">
          <ac:chgData name="Rich Reba" userId="55db41ab6eb3f845" providerId="LiveId" clId="{0E19DA16-244C-5B50-BE0F-52911DD4CA7E}" dt="2026-08-14T20:03:32.798" v="852" actId="1035"/>
          <ac:spMkLst>
            <pc:docMk/>
            <pc:sldMk cId="2470097404" sldId="419"/>
            <ac:spMk id="17" creationId="{0F43B29C-50BE-6536-7C46-BDAE60BB69AC}"/>
          </ac:spMkLst>
        </pc:spChg>
        <pc:spChg chg="add mod">
          <ac:chgData name="Rich Reba" userId="55db41ab6eb3f845" providerId="LiveId" clId="{0E19DA16-244C-5B50-BE0F-52911DD4CA7E}" dt="2026-08-14T20:14:38.988" v="1355" actId="1036"/>
          <ac:spMkLst>
            <pc:docMk/>
            <pc:sldMk cId="2470097404" sldId="419"/>
            <ac:spMk id="18" creationId="{4610402F-CED5-BE6F-B171-63644CEF3DC9}"/>
          </ac:spMkLst>
        </pc:spChg>
        <pc:spChg chg="add mod">
          <ac:chgData name="Rich Reba" userId="55db41ab6eb3f845" providerId="LiveId" clId="{0E19DA16-244C-5B50-BE0F-52911DD4CA7E}" dt="2026-08-14T20:14:38.988" v="1355" actId="1036"/>
          <ac:spMkLst>
            <pc:docMk/>
            <pc:sldMk cId="2470097404" sldId="419"/>
            <ac:spMk id="19" creationId="{C2328A3A-AAD5-1C47-76A5-B9007FBEDEBE}"/>
          </ac:spMkLst>
        </pc:spChg>
        <pc:spChg chg="add mod">
          <ac:chgData name="Rich Reba" userId="55db41ab6eb3f845" providerId="LiveId" clId="{0E19DA16-244C-5B50-BE0F-52911DD4CA7E}" dt="2026-08-14T20:03:42.837" v="853" actId="571"/>
          <ac:spMkLst>
            <pc:docMk/>
            <pc:sldMk cId="2470097404" sldId="419"/>
            <ac:spMk id="20" creationId="{581E3A67-E870-3BAB-57AC-5F2A37DC21FE}"/>
          </ac:spMkLst>
        </pc:spChg>
        <pc:spChg chg="add mod">
          <ac:chgData name="Rich Reba" userId="55db41ab6eb3f845" providerId="LiveId" clId="{0E19DA16-244C-5B50-BE0F-52911DD4CA7E}" dt="2026-08-14T20:04:17.804" v="904" actId="571"/>
          <ac:spMkLst>
            <pc:docMk/>
            <pc:sldMk cId="2470097404" sldId="419"/>
            <ac:spMk id="21" creationId="{ECE43F96-DE39-2B0C-601C-255D40A3ED49}"/>
          </ac:spMkLst>
        </pc:spChg>
        <pc:spChg chg="add mod">
          <ac:chgData name="Rich Reba" userId="55db41ab6eb3f845" providerId="LiveId" clId="{0E19DA16-244C-5B50-BE0F-52911DD4CA7E}" dt="2026-08-14T20:04:30.638" v="905" actId="571"/>
          <ac:spMkLst>
            <pc:docMk/>
            <pc:sldMk cId="2470097404" sldId="419"/>
            <ac:spMk id="22" creationId="{6ACB598A-3B20-7F8B-F3D5-3160D3BB2BFA}"/>
          </ac:spMkLst>
        </pc:spChg>
        <pc:spChg chg="add mod">
          <ac:chgData name="Rich Reba" userId="55db41ab6eb3f845" providerId="LiveId" clId="{0E19DA16-244C-5B50-BE0F-52911DD4CA7E}" dt="2026-08-14T20:07:02.507" v="1060" actId="1036"/>
          <ac:spMkLst>
            <pc:docMk/>
            <pc:sldMk cId="2470097404" sldId="419"/>
            <ac:spMk id="23" creationId="{053E799D-5E9A-9F00-1BC8-EB58B3C1DB8D}"/>
          </ac:spMkLst>
        </pc:spChg>
        <pc:spChg chg="add mod">
          <ac:chgData name="Rich Reba" userId="55db41ab6eb3f845" providerId="LiveId" clId="{0E19DA16-244C-5B50-BE0F-52911DD4CA7E}" dt="2026-08-14T20:06:59.619" v="1059" actId="1036"/>
          <ac:spMkLst>
            <pc:docMk/>
            <pc:sldMk cId="2470097404" sldId="419"/>
            <ac:spMk id="24" creationId="{273B76D8-9918-8C97-D3C7-28F1515DFCD8}"/>
          </ac:spMkLst>
        </pc:spChg>
        <pc:spChg chg="add mod">
          <ac:chgData name="Rich Reba" userId="55db41ab6eb3f845" providerId="LiveId" clId="{0E19DA16-244C-5B50-BE0F-52911DD4CA7E}" dt="2026-08-14T20:13:47.941" v="1331" actId="1036"/>
          <ac:spMkLst>
            <pc:docMk/>
            <pc:sldMk cId="2470097404" sldId="419"/>
            <ac:spMk id="25" creationId="{24FC454B-DE35-8318-1E9F-7B7306CE30CB}"/>
          </ac:spMkLst>
        </pc:spChg>
        <pc:spChg chg="add mod">
          <ac:chgData name="Rich Reba" userId="55db41ab6eb3f845" providerId="LiveId" clId="{0E19DA16-244C-5B50-BE0F-52911DD4CA7E}" dt="2026-08-14T20:07:33.525" v="1066" actId="1035"/>
          <ac:spMkLst>
            <pc:docMk/>
            <pc:sldMk cId="2470097404" sldId="419"/>
            <ac:spMk id="26" creationId="{2BD00358-D922-01A9-D708-796766D2404D}"/>
          </ac:spMkLst>
        </pc:spChg>
        <pc:spChg chg="add mod">
          <ac:chgData name="Rich Reba" userId="55db41ab6eb3f845" providerId="LiveId" clId="{0E19DA16-244C-5B50-BE0F-52911DD4CA7E}" dt="2026-08-14T20:07:42.855" v="1070" actId="1035"/>
          <ac:spMkLst>
            <pc:docMk/>
            <pc:sldMk cId="2470097404" sldId="419"/>
            <ac:spMk id="27" creationId="{EEE90106-B501-0BE0-D488-02F586909224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28" creationId="{C42A6A72-149B-438B-8C71-DA2214B2D989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29" creationId="{AA5ECB66-AEFC-863B-8565-4DCBDB4B47DE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0" creationId="{7B16C63B-0357-E487-6619-5BA7D924D024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1" creationId="{B01D5E40-4EB6-DB51-6B98-9C1D367A4991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2" creationId="{EA2BB4C2-26B0-8BED-B07B-0C34B78DF159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3" creationId="{B53E75BE-B7EE-DADA-A1EE-6D799CD58F32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4" creationId="{3160901D-4084-D5E5-74DF-9CEAD96414B3}"/>
          </ac:spMkLst>
        </pc:spChg>
        <pc:spChg chg="add mod">
          <ac:chgData name="Rich Reba" userId="55db41ab6eb3f845" providerId="LiveId" clId="{0E19DA16-244C-5B50-BE0F-52911DD4CA7E}" dt="2026-08-14T20:13:57.601" v="1339" actId="1035"/>
          <ac:spMkLst>
            <pc:docMk/>
            <pc:sldMk cId="2470097404" sldId="419"/>
            <ac:spMk id="35" creationId="{543A89DE-9068-6480-4320-2E7D1C2BEA12}"/>
          </ac:spMkLst>
        </pc:spChg>
        <pc:spChg chg="add mod">
          <ac:chgData name="Rich Reba" userId="55db41ab6eb3f845" providerId="LiveId" clId="{0E19DA16-244C-5B50-BE0F-52911DD4CA7E}" dt="2026-08-14T20:14:18.360" v="1341" actId="1076"/>
          <ac:spMkLst>
            <pc:docMk/>
            <pc:sldMk cId="2470097404" sldId="419"/>
            <ac:spMk id="36" creationId="{537975AE-43D8-0AC7-7E61-6D274643ECCF}"/>
          </ac:spMkLst>
        </pc:spChg>
        <pc:spChg chg="add mod">
          <ac:chgData name="Rich Reba" userId="55db41ab6eb3f845" providerId="LiveId" clId="{0E19DA16-244C-5B50-BE0F-52911DD4CA7E}" dt="2026-08-14T20:14:24.121" v="1351" actId="20577"/>
          <ac:spMkLst>
            <pc:docMk/>
            <pc:sldMk cId="2470097404" sldId="419"/>
            <ac:spMk id="37" creationId="{28EB7D41-7A0D-B983-2349-2D33B513FE85}"/>
          </ac:spMkLst>
        </pc:spChg>
        <pc:spChg chg="add del mod">
          <ac:chgData name="Rich Reba" userId="55db41ab6eb3f845" providerId="LiveId" clId="{0E19DA16-244C-5B50-BE0F-52911DD4CA7E}" dt="2026-08-14T20:14:36.751" v="1354"/>
          <ac:spMkLst>
            <pc:docMk/>
            <pc:sldMk cId="2470097404" sldId="419"/>
            <ac:spMk id="38" creationId="{55AB207C-D331-E9C8-E2C7-60FE2BB61752}"/>
          </ac:spMkLst>
        </pc:spChg>
        <pc:spChg chg="mod">
          <ac:chgData name="Rich Reba" userId="55db41ab6eb3f845" providerId="LiveId" clId="{0E19DA16-244C-5B50-BE0F-52911DD4CA7E}" dt="2026-08-14T19:48:16.828" v="270" actId="20577"/>
          <ac:spMkLst>
            <pc:docMk/>
            <pc:sldMk cId="2470097404" sldId="419"/>
            <ac:spMk id="96" creationId="{5BB72075-6DCE-1BA7-0DFB-18E282181700}"/>
          </ac:spMkLst>
        </pc:spChg>
        <pc:grpChg chg="add del mod">
          <ac:chgData name="Rich Reba" userId="55db41ab6eb3f845" providerId="LiveId" clId="{0E19DA16-244C-5B50-BE0F-52911DD4CA7E}" dt="2026-08-14T19:58:03.134" v="632" actId="165"/>
          <ac:grpSpMkLst>
            <pc:docMk/>
            <pc:sldMk cId="2470097404" sldId="419"/>
            <ac:grpSpMk id="16" creationId="{FBF32080-E112-9A20-BC74-3C56EB19A248}"/>
          </ac:grpSpMkLst>
        </pc:grpChg>
        <pc:graphicFrameChg chg="mod modGraphic">
          <ac:chgData name="Rich Reba" userId="55db41ab6eb3f845" providerId="LiveId" clId="{0E19DA16-244C-5B50-BE0F-52911DD4CA7E}" dt="2026-08-14T20:14:06.695" v="1340" actId="14734"/>
          <ac:graphicFrameMkLst>
            <pc:docMk/>
            <pc:sldMk cId="2470097404" sldId="419"/>
            <ac:graphicFrameMk id="5" creationId="{0204BFE6-DD22-5495-F04C-8E7063C6DE71}"/>
          </ac:graphicFrameMkLst>
        </pc:graphicFrameChg>
      </pc:sldChg>
      <pc:sldChg chg="modSp add mod ord">
        <pc:chgData name="Rich Reba" userId="55db41ab6eb3f845" providerId="LiveId" clId="{0E19DA16-244C-5B50-BE0F-52911DD4CA7E}" dt="2026-08-14T20:16:39.244" v="1399" actId="20577"/>
        <pc:sldMkLst>
          <pc:docMk/>
          <pc:sldMk cId="984815443" sldId="420"/>
        </pc:sldMkLst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2" creationId="{86FDB458-713A-B2B8-6EA7-2DFEB02ECA8B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4" creationId="{F456D5A5-DD55-27C9-090B-3E255AAA3D83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9" creationId="{0F787386-6CC3-4B27-F741-8E298EF417C2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18" creationId="{43A2DBF3-E1C0-26EC-FF22-36373FA146AB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22" creationId="{33094805-3717-3198-5114-22BB02282F90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25" creationId="{E8B702F1-7575-BE74-CA0A-BBC4A4C702E6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30" creationId="{FE3ECAD8-D73E-744D-3147-2D83BD575487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33" creationId="{067DF6C0-C8A3-DE83-95C3-5937F979182E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36" creationId="{7D67F340-5C88-C263-56ED-BB21D4FC1B7C}"/>
          </ac:spMkLst>
        </pc:spChg>
        <pc:spChg chg="mod">
          <ac:chgData name="Rich Reba" userId="55db41ab6eb3f845" providerId="LiveId" clId="{0E19DA16-244C-5B50-BE0F-52911DD4CA7E}" dt="2026-08-14T20:16:05.328" v="1387" actId="1037"/>
          <ac:spMkLst>
            <pc:docMk/>
            <pc:sldMk cId="984815443" sldId="420"/>
            <ac:spMk id="37" creationId="{C348B8FD-0FD7-B9BF-9017-1FCA4327785F}"/>
          </ac:spMkLst>
        </pc:spChg>
        <pc:spChg chg="mod">
          <ac:chgData name="Rich Reba" userId="55db41ab6eb3f845" providerId="LiveId" clId="{0E19DA16-244C-5B50-BE0F-52911DD4CA7E}" dt="2026-08-14T20:16:39.244" v="1399" actId="20577"/>
          <ac:spMkLst>
            <pc:docMk/>
            <pc:sldMk cId="984815443" sldId="420"/>
            <ac:spMk id="96" creationId="{5D02F0D0-874E-36E8-56A5-46865178D3C6}"/>
          </ac:spMkLst>
        </pc:spChg>
        <pc:graphicFrameChg chg="modGraphic">
          <ac:chgData name="Rich Reba" userId="55db41ab6eb3f845" providerId="LiveId" clId="{0E19DA16-244C-5B50-BE0F-52911DD4CA7E}" dt="2026-08-14T20:15:45.964" v="1382" actId="12"/>
          <ac:graphicFrameMkLst>
            <pc:docMk/>
            <pc:sldMk cId="984815443" sldId="420"/>
            <ac:graphicFrameMk id="5" creationId="{DCFE0ABE-D122-4C30-729A-E4D2B4F936B7}"/>
          </ac:graphicFrameMkLst>
        </pc:graphicFrameChg>
      </pc:sldChg>
      <pc:sldChg chg="modSp add mod">
        <pc:chgData name="Rich Reba" userId="55db41ab6eb3f845" providerId="LiveId" clId="{0E19DA16-244C-5B50-BE0F-52911DD4CA7E}" dt="2026-08-14T20:18:05.631" v="1405" actId="12"/>
        <pc:sldMkLst>
          <pc:docMk/>
          <pc:sldMk cId="2659084129" sldId="421"/>
        </pc:sldMkLst>
        <pc:graphicFrameChg chg="modGraphic">
          <ac:chgData name="Rich Reba" userId="55db41ab6eb3f845" providerId="LiveId" clId="{0E19DA16-244C-5B50-BE0F-52911DD4CA7E}" dt="2026-08-14T20:18:05.631" v="1405" actId="12"/>
          <ac:graphicFrameMkLst>
            <pc:docMk/>
            <pc:sldMk cId="2659084129" sldId="421"/>
            <ac:graphicFrameMk id="5" creationId="{96EE008F-6A50-62B4-E5B1-91D96D8AB872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have defined the scope of our Services using Lean Product Management</a:t>
            </a: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In this view we show how we will use the AccelRR8 Framework to launch and grow the AccelRR8 Consortium’s value exponentially as it climbs toward achieving exponential benefits at scale.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This is how we will achieve one of our key Success Factors:  “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Our own success will be a key proof point of our core premise”</a:t>
            </a:r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Specific actions we will take, and leading indicators we will measure, are shown in both Launch and Climb / Scale stages.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These actions are organized into 3 services:  Professional Networking, Open Knowledge Sharing, and Industry Innovation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DD98C3F-F120-AE53-5890-104BD925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BF157823-7A3F-BAC9-53C2-F96BC7F9EC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The Consortium priority each aligns to is indicated by the numbered circle.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9B2B02F-14C1-BC9D-8C96-CC1ABA688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574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09292E0-AECE-47BB-8BC1-F6FAC9BB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7FC59828-643B-6276-ECE3-6F1168EF6A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The Consortium priority each aligns to is indicated by the numbered circle.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41A658B-1642-EF20-F559-5AA811294F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582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ABD1B5E-5265-9315-FFF5-A9C22132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E333E59-A97F-4826-DB87-3EC8472F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potential features and pricing models for our Services when we enter the Climb Stage, and our services begin to achieve scale</a:t>
            </a:r>
            <a:endParaRPr dirty="0"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C51EB2C-F23C-5C2E-880A-658096A26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96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4718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82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853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122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7199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0645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593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825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6860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405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3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01205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Products Plan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14,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3AD78C72-379A-E1B5-EFA1-9131465029E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 (our Products)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559339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enterprises,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Consortium Product Plan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94" y="258705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5919435" y="2031814"/>
          <a:ext cx="5767164" cy="37796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7164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000635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3122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>
            <a:cxnSpLocks/>
          </p:cNvCxnSpPr>
          <p:nvPr/>
        </p:nvCxnSpPr>
        <p:spPr>
          <a:xfrm flipV="1">
            <a:off x="5110587" y="2030795"/>
            <a:ext cx="805107" cy="999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5110587" y="303007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5110587" y="3757977"/>
            <a:ext cx="8051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5110587" y="411922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5110587" y="446353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5110587" y="483042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ED218EB5-EBBB-2F33-3A31-65CCFFAB4034}"/>
              </a:ext>
            </a:extLst>
          </p:cNvPr>
          <p:cNvSpPr/>
          <p:nvPr/>
        </p:nvSpPr>
        <p:spPr>
          <a:xfrm>
            <a:off x="5919601" y="2127510"/>
            <a:ext cx="5852160" cy="164387"/>
          </a:xfrm>
          <a:prstGeom prst="homePlate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Use LPM to Develop Consortium Services and ignite compounding innovation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A73C06B2-49D1-BA28-7A35-09758A55A1D1}"/>
              </a:ext>
            </a:extLst>
          </p:cNvPr>
          <p:cNvSpPr/>
          <p:nvPr/>
        </p:nvSpPr>
        <p:spPr>
          <a:xfrm>
            <a:off x="5949052" y="3260284"/>
            <a:ext cx="192024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momentum; use a platform to grow the professional network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A34B04F2-31FC-1FBF-CC96-1F8B0E7A008C}"/>
              </a:ext>
            </a:extLst>
          </p:cNvPr>
          <p:cNvSpPr/>
          <p:nvPr/>
        </p:nvSpPr>
        <p:spPr>
          <a:xfrm>
            <a:off x="6225166" y="3976372"/>
            <a:ext cx="182880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credibility; attract influencers who openly share knowledge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93935D54-1614-A6B0-CE90-C1CA6E64D476}"/>
              </a:ext>
            </a:extLst>
          </p:cNvPr>
          <p:cNvSpPr/>
          <p:nvPr/>
        </p:nvSpPr>
        <p:spPr>
          <a:xfrm>
            <a:off x="8710551" y="2589535"/>
            <a:ext cx="2286000" cy="37254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…industry innovation using LPM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to develop relevant solutions…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2F0FF083-1087-6E53-80C3-6AFDFC6B41B6}"/>
              </a:ext>
            </a:extLst>
          </p:cNvPr>
          <p:cNvSpPr/>
          <p:nvPr/>
        </p:nvSpPr>
        <p:spPr>
          <a:xfrm>
            <a:off x="9250713" y="3260285"/>
            <a:ext cx="1828800" cy="445707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more collaborators to join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our network…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FD543737-CEF8-86BE-67DF-F58E75417DF0}"/>
              </a:ext>
            </a:extLst>
          </p:cNvPr>
          <p:cNvSpPr/>
          <p:nvPr/>
        </p:nvSpPr>
        <p:spPr>
          <a:xfrm>
            <a:off x="8942075" y="3976372"/>
            <a:ext cx="1938767" cy="457200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…adding content to the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Body of Knowledge and attracting more influencers…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336C8F-867D-9140-665C-DA27325EB80D}"/>
              </a:ext>
            </a:extLst>
          </p:cNvPr>
          <p:cNvSpPr txBox="1"/>
          <p:nvPr/>
        </p:nvSpPr>
        <p:spPr>
          <a:xfrm>
            <a:off x="6064312" y="1723018"/>
            <a:ext cx="5637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Using our own Framework to grow 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Pentagon 22">
            <a:extLst>
              <a:ext uri="{FF2B5EF4-FFF2-40B4-BE49-F238E27FC236}">
                <a16:creationId xmlns:a16="http://schemas.microsoft.com/office/drawing/2014/main" id="{A4C31464-7D17-7AC9-3E35-5673908B899C}"/>
              </a:ext>
            </a:extLst>
          </p:cNvPr>
          <p:cNvSpPr/>
          <p:nvPr/>
        </p:nvSpPr>
        <p:spPr>
          <a:xfrm>
            <a:off x="5915693" y="5909615"/>
            <a:ext cx="5212080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Launch:  Version 1 of Consortium Services</a:t>
            </a: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E0E03ECB-0B31-BD76-EAF7-78F37688F172}"/>
              </a:ext>
            </a:extLst>
          </p:cNvPr>
          <p:cNvSpPr/>
          <p:nvPr/>
        </p:nvSpPr>
        <p:spPr>
          <a:xfrm>
            <a:off x="8942075" y="6134998"/>
            <a:ext cx="2843784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Climb / Scale:  V2+ of Consortium Services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339E02F6-43BF-3083-40B0-BE6A09095ECC}"/>
              </a:ext>
            </a:extLst>
          </p:cNvPr>
          <p:cNvSpPr/>
          <p:nvPr/>
        </p:nvSpPr>
        <p:spPr>
          <a:xfrm>
            <a:off x="5945359" y="3080606"/>
            <a:ext cx="580644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Professional Networking Service</a:t>
            </a: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D8C291D-B680-2288-9467-EB7173C3AE86}"/>
              </a:ext>
            </a:extLst>
          </p:cNvPr>
          <p:cNvSpPr/>
          <p:nvPr/>
        </p:nvSpPr>
        <p:spPr>
          <a:xfrm>
            <a:off x="6222844" y="3800233"/>
            <a:ext cx="553212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Open Knowledge Sharing Service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728E3192-00D6-8993-A13C-1280631F5F15}"/>
              </a:ext>
            </a:extLst>
          </p:cNvPr>
          <p:cNvSpPr/>
          <p:nvPr/>
        </p:nvSpPr>
        <p:spPr>
          <a:xfrm rot="551475">
            <a:off x="8132847" y="2579161"/>
            <a:ext cx="755979" cy="2526546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38109-59E2-5036-E6C4-6A50B8EDA5DF}"/>
              </a:ext>
            </a:extLst>
          </p:cNvPr>
          <p:cNvSpPr txBox="1"/>
          <p:nvPr/>
        </p:nvSpPr>
        <p:spPr>
          <a:xfrm rot="16991493">
            <a:off x="8029286" y="3880680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…igniting…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C38FEB2E-1E8E-2804-E6D2-1656E9287E42}"/>
              </a:ext>
            </a:extLst>
          </p:cNvPr>
          <p:cNvSpPr/>
          <p:nvPr/>
        </p:nvSpPr>
        <p:spPr>
          <a:xfrm rot="551475">
            <a:off x="10906527" y="2579161"/>
            <a:ext cx="755979" cy="2526546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A4E00-E6C7-1130-9484-2D03D1133F1C}"/>
              </a:ext>
            </a:extLst>
          </p:cNvPr>
          <p:cNvSpPr txBox="1"/>
          <p:nvPr/>
        </p:nvSpPr>
        <p:spPr>
          <a:xfrm rot="16991493">
            <a:off x="10679513" y="3803735"/>
            <a:ext cx="1064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…creating 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virtuous cycle !!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77EAD3-EBB5-51F9-1AC6-91A3DCFBC6C9}"/>
              </a:ext>
            </a:extLst>
          </p:cNvPr>
          <p:cNvSpPr/>
          <p:nvPr/>
        </p:nvSpPr>
        <p:spPr>
          <a:xfrm>
            <a:off x="6561349" y="4555278"/>
            <a:ext cx="2103120" cy="120447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Attract enough initial innovators who donate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labor and/or technology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for agile teams and AI…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0333F45-8C2C-4F18-C6DB-F9A33261929B}"/>
              </a:ext>
            </a:extLst>
          </p:cNvPr>
          <p:cNvSpPr/>
          <p:nvPr/>
        </p:nvSpPr>
        <p:spPr>
          <a:xfrm>
            <a:off x="9507280" y="4538111"/>
            <a:ext cx="1938767" cy="12216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patrons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who invest 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additional agile teams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and better AI…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166E80-38A4-924A-1EB6-564DD0D2F89D}"/>
              </a:ext>
            </a:extLst>
          </p:cNvPr>
          <p:cNvSpPr/>
          <p:nvPr/>
        </p:nvSpPr>
        <p:spPr>
          <a:xfrm>
            <a:off x="11477426" y="2576656"/>
            <a:ext cx="209173" cy="3749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0F079EB4-D9B0-1975-39B0-811C7D2F4F93}"/>
              </a:ext>
            </a:extLst>
          </p:cNvPr>
          <p:cNvSpPr/>
          <p:nvPr/>
        </p:nvSpPr>
        <p:spPr>
          <a:xfrm>
            <a:off x="6582367" y="2396436"/>
            <a:ext cx="516636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Industry Innovation Service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1D21C691-E8A3-08CD-C986-42AFFAF30BDC}"/>
              </a:ext>
            </a:extLst>
          </p:cNvPr>
          <p:cNvSpPr/>
          <p:nvPr/>
        </p:nvSpPr>
        <p:spPr>
          <a:xfrm>
            <a:off x="4104067" y="5749595"/>
            <a:ext cx="1841292" cy="48463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ARE HERE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13D3988-ACFF-15C3-4BC6-F55C87BB5495}"/>
              </a:ext>
            </a:extLst>
          </p:cNvPr>
          <p:cNvSpPr/>
          <p:nvPr/>
        </p:nvSpPr>
        <p:spPr>
          <a:xfrm>
            <a:off x="5766244" y="3324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C7B2351-573F-9E24-3C2F-E41E68288632}"/>
              </a:ext>
            </a:extLst>
          </p:cNvPr>
          <p:cNvSpPr/>
          <p:nvPr/>
        </p:nvSpPr>
        <p:spPr>
          <a:xfrm>
            <a:off x="6069485" y="4033193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1BE7D0-52CA-33C0-BA18-C3E07BA39BC1}"/>
              </a:ext>
            </a:extLst>
          </p:cNvPr>
          <p:cNvSpPr/>
          <p:nvPr/>
        </p:nvSpPr>
        <p:spPr>
          <a:xfrm>
            <a:off x="6412732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044B24A-2165-91C8-B99B-F716497C5401}"/>
              </a:ext>
            </a:extLst>
          </p:cNvPr>
          <p:cNvSpPr/>
          <p:nvPr/>
        </p:nvSpPr>
        <p:spPr>
          <a:xfrm>
            <a:off x="8783288" y="4046072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142393-DD24-7C7A-9594-6EC999FCCF33}"/>
              </a:ext>
            </a:extLst>
          </p:cNvPr>
          <p:cNvSpPr/>
          <p:nvPr/>
        </p:nvSpPr>
        <p:spPr>
          <a:xfrm>
            <a:off x="9098485" y="3337734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34D3393-6867-38AB-D884-26FB65F909A9}"/>
              </a:ext>
            </a:extLst>
          </p:cNvPr>
          <p:cNvSpPr/>
          <p:nvPr/>
        </p:nvSpPr>
        <p:spPr>
          <a:xfrm>
            <a:off x="9346571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E784D012-7A1F-18A3-3348-751E5B913066}"/>
              </a:ext>
            </a:extLst>
          </p:cNvPr>
          <p:cNvSpPr/>
          <p:nvPr/>
        </p:nvSpPr>
        <p:spPr>
          <a:xfrm>
            <a:off x="5949052" y="2576656"/>
            <a:ext cx="1920240" cy="389604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Develop concepts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that resonate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270B48-C5B1-49DA-EA81-5F0BAC308088}"/>
              </a:ext>
            </a:extLst>
          </p:cNvPr>
          <p:cNvSpPr/>
          <p:nvPr/>
        </p:nvSpPr>
        <p:spPr>
          <a:xfrm>
            <a:off x="5766244" y="2641439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AB1605-EA78-62B7-55FA-AE0BDD275015}"/>
              </a:ext>
            </a:extLst>
          </p:cNvPr>
          <p:cNvSpPr/>
          <p:nvPr/>
        </p:nvSpPr>
        <p:spPr>
          <a:xfrm>
            <a:off x="7642224" y="5312509"/>
            <a:ext cx="498787" cy="146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and AI…</a:t>
            </a:r>
            <a:endParaRPr lang="en-US" sz="1000" dirty="0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D22A8E0C-04B9-660C-7F8C-A467BDA7ACDB}"/>
              </a:ext>
            </a:extLst>
          </p:cNvPr>
          <p:cNvSpPr/>
          <p:nvPr/>
        </p:nvSpPr>
        <p:spPr>
          <a:xfrm rot="5654947">
            <a:off x="7280987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rgbClr val="FFFF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64EED895-E510-2FD7-11EF-7115BF5AEA24}"/>
              </a:ext>
            </a:extLst>
          </p:cNvPr>
          <p:cNvSpPr/>
          <p:nvPr/>
        </p:nvSpPr>
        <p:spPr>
          <a:xfrm rot="5753069" flipH="1" flipV="1">
            <a:off x="7646411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rgbClr val="FFFF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D447D1FA-9AB8-6584-2694-203D1C0B1646}"/>
              </a:ext>
            </a:extLst>
          </p:cNvPr>
          <p:cNvSpPr/>
          <p:nvPr/>
        </p:nvSpPr>
        <p:spPr>
          <a:xfrm rot="5654947">
            <a:off x="10106484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A60ADD18-B6AB-4604-92C8-195FC10A32DD}"/>
              </a:ext>
            </a:extLst>
          </p:cNvPr>
          <p:cNvSpPr/>
          <p:nvPr/>
        </p:nvSpPr>
        <p:spPr>
          <a:xfrm rot="5753069" flipH="1" flipV="1">
            <a:off x="10471908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0700237B-4157-47BC-ADBB-70DB42144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43589"/>
            <a:ext cx="1287166" cy="649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141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0E4B720-363F-E7FC-3EC3-D2DFEA4B4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02F0D0-874E-36E8-56A5-46865178D3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- Baseline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FE0ABE-D122-4C30-729A-E4D2B4F93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216100"/>
              </p:ext>
            </p:extLst>
          </p:nvPr>
        </p:nvGraphicFramePr>
        <p:xfrm>
          <a:off x="410934" y="1560399"/>
          <a:ext cx="11370132" cy="49567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value proposition for Subscribers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awards, influencer endorsements, podcasts, webinars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and ABOK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podcasts and/or webinars with influencers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value proposition for Patrons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Engage with initial Patrons (e.g., Bronze-level)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Patrons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and prospective Patrons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99361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Develop the services platform hypothesis and lean business case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services platform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the website for launch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86FDB458-713A-B2B8-6EA7-2DFEB02ECA8B}"/>
              </a:ext>
            </a:extLst>
          </p:cNvPr>
          <p:cNvSpPr/>
          <p:nvPr/>
        </p:nvSpPr>
        <p:spPr>
          <a:xfrm>
            <a:off x="2361347" y="19260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01574D4-F84B-3A5C-198E-74BCDC42B22C}"/>
              </a:ext>
            </a:extLst>
          </p:cNvPr>
          <p:cNvSpPr/>
          <p:nvPr/>
        </p:nvSpPr>
        <p:spPr>
          <a:xfrm>
            <a:off x="2361347" y="210596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456D5A5-DD55-27C9-090B-3E255AAA3D83}"/>
              </a:ext>
            </a:extLst>
          </p:cNvPr>
          <p:cNvSpPr/>
          <p:nvPr/>
        </p:nvSpPr>
        <p:spPr>
          <a:xfrm>
            <a:off x="2361347" y="2454979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E6741E-7487-F2C9-E2EC-14304EB93608}"/>
              </a:ext>
            </a:extLst>
          </p:cNvPr>
          <p:cNvSpPr/>
          <p:nvPr/>
        </p:nvSpPr>
        <p:spPr>
          <a:xfrm>
            <a:off x="2361347" y="263920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446BB2-8E20-AF9E-0153-21E2401FD83D}"/>
              </a:ext>
            </a:extLst>
          </p:cNvPr>
          <p:cNvSpPr/>
          <p:nvPr/>
        </p:nvSpPr>
        <p:spPr>
          <a:xfrm>
            <a:off x="2361347" y="281908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C159931-0379-31AA-1EE9-F39001329583}"/>
              </a:ext>
            </a:extLst>
          </p:cNvPr>
          <p:cNvSpPr/>
          <p:nvPr/>
        </p:nvSpPr>
        <p:spPr>
          <a:xfrm>
            <a:off x="8222501" y="19260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F787386-6CC3-4B27-F741-8E298EF417C2}"/>
              </a:ext>
            </a:extLst>
          </p:cNvPr>
          <p:cNvSpPr/>
          <p:nvPr/>
        </p:nvSpPr>
        <p:spPr>
          <a:xfrm>
            <a:off x="8222501" y="210596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DED35FB-057F-C0E5-7A92-C1E9FBCBB944}"/>
              </a:ext>
            </a:extLst>
          </p:cNvPr>
          <p:cNvSpPr/>
          <p:nvPr/>
        </p:nvSpPr>
        <p:spPr>
          <a:xfrm>
            <a:off x="8222501" y="2290387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444E57-8238-9A5A-95B2-8CA2BB528B3A}"/>
              </a:ext>
            </a:extLst>
          </p:cNvPr>
          <p:cNvSpPr/>
          <p:nvPr/>
        </p:nvSpPr>
        <p:spPr>
          <a:xfrm>
            <a:off x="2361347" y="310606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7CD9E15-03BA-76A9-E127-CFC199FC6EBA}"/>
              </a:ext>
            </a:extLst>
          </p:cNvPr>
          <p:cNvSpPr/>
          <p:nvPr/>
        </p:nvSpPr>
        <p:spPr>
          <a:xfrm>
            <a:off x="2361347" y="328594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618802-14CC-1479-391F-C609B6437F50}"/>
              </a:ext>
            </a:extLst>
          </p:cNvPr>
          <p:cNvSpPr/>
          <p:nvPr/>
        </p:nvSpPr>
        <p:spPr>
          <a:xfrm>
            <a:off x="2361347" y="364680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003D3E6-D507-7491-D72C-8A0F268E12C9}"/>
              </a:ext>
            </a:extLst>
          </p:cNvPr>
          <p:cNvSpPr/>
          <p:nvPr/>
        </p:nvSpPr>
        <p:spPr>
          <a:xfrm>
            <a:off x="2361347" y="383447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9A14F09-7D41-9124-15D4-A75A49A32A55}"/>
              </a:ext>
            </a:extLst>
          </p:cNvPr>
          <p:cNvSpPr/>
          <p:nvPr/>
        </p:nvSpPr>
        <p:spPr>
          <a:xfrm>
            <a:off x="2361347" y="418434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4CB4270-4E72-D877-AB04-181BFB5D2A86}"/>
              </a:ext>
            </a:extLst>
          </p:cNvPr>
          <p:cNvSpPr/>
          <p:nvPr/>
        </p:nvSpPr>
        <p:spPr>
          <a:xfrm>
            <a:off x="8222501" y="310306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3A2DBF3-E1C0-26EC-FF22-36373FA146AB}"/>
              </a:ext>
            </a:extLst>
          </p:cNvPr>
          <p:cNvSpPr/>
          <p:nvPr/>
        </p:nvSpPr>
        <p:spPr>
          <a:xfrm>
            <a:off x="8222501" y="328962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C80432-989C-45B2-9D93-52FA3544581D}"/>
              </a:ext>
            </a:extLst>
          </p:cNvPr>
          <p:cNvSpPr/>
          <p:nvPr/>
        </p:nvSpPr>
        <p:spPr>
          <a:xfrm>
            <a:off x="8222501" y="3656637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E08423-3D3F-6514-2C8C-FBFBB2428ED6}"/>
              </a:ext>
            </a:extLst>
          </p:cNvPr>
          <p:cNvSpPr/>
          <p:nvPr/>
        </p:nvSpPr>
        <p:spPr>
          <a:xfrm>
            <a:off x="2361347" y="228114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C73BD4D-87C9-6F50-F6EA-948EE45B20B0}"/>
              </a:ext>
            </a:extLst>
          </p:cNvPr>
          <p:cNvSpPr/>
          <p:nvPr/>
        </p:nvSpPr>
        <p:spPr>
          <a:xfrm>
            <a:off x="2361347" y="448122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3094805-3717-3198-5114-22BB02282F90}"/>
              </a:ext>
            </a:extLst>
          </p:cNvPr>
          <p:cNvSpPr/>
          <p:nvPr/>
        </p:nvSpPr>
        <p:spPr>
          <a:xfrm>
            <a:off x="2361347" y="466410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196613B-9519-1C23-F92E-CD0D734D0974}"/>
              </a:ext>
            </a:extLst>
          </p:cNvPr>
          <p:cNvSpPr/>
          <p:nvPr/>
        </p:nvSpPr>
        <p:spPr>
          <a:xfrm>
            <a:off x="2361347" y="4851911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7C03FA2-8158-B255-D08F-1980324418FA}"/>
              </a:ext>
            </a:extLst>
          </p:cNvPr>
          <p:cNvSpPr/>
          <p:nvPr/>
        </p:nvSpPr>
        <p:spPr>
          <a:xfrm>
            <a:off x="2361347" y="503652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8B702F1-7575-BE74-CA0A-BBC4A4C702E6}"/>
              </a:ext>
            </a:extLst>
          </p:cNvPr>
          <p:cNvSpPr/>
          <p:nvPr/>
        </p:nvSpPr>
        <p:spPr>
          <a:xfrm>
            <a:off x="2361347" y="521542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E20109-D436-CDC0-B273-D8BDE935BC39}"/>
              </a:ext>
            </a:extLst>
          </p:cNvPr>
          <p:cNvSpPr/>
          <p:nvPr/>
        </p:nvSpPr>
        <p:spPr>
          <a:xfrm>
            <a:off x="8222501" y="448392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1DFC9A6-E0CF-B473-AC2A-96CAACE2C527}"/>
              </a:ext>
            </a:extLst>
          </p:cNvPr>
          <p:cNvSpPr/>
          <p:nvPr/>
        </p:nvSpPr>
        <p:spPr>
          <a:xfrm>
            <a:off x="8222501" y="46677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547EA4D-12C8-83CE-C714-2BC6B9ADF4ED}"/>
              </a:ext>
            </a:extLst>
          </p:cNvPr>
          <p:cNvSpPr/>
          <p:nvPr/>
        </p:nvSpPr>
        <p:spPr>
          <a:xfrm>
            <a:off x="2361347" y="574534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D1D9A0-701E-1DBD-4B16-3DAA1FE0A62A}"/>
              </a:ext>
            </a:extLst>
          </p:cNvPr>
          <p:cNvSpPr/>
          <p:nvPr/>
        </p:nvSpPr>
        <p:spPr>
          <a:xfrm>
            <a:off x="2361347" y="592699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E3ECAD8-D73E-744D-3147-2D83BD575487}"/>
              </a:ext>
            </a:extLst>
          </p:cNvPr>
          <p:cNvSpPr/>
          <p:nvPr/>
        </p:nvSpPr>
        <p:spPr>
          <a:xfrm>
            <a:off x="2361347" y="611216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B8B2D54-FF2C-AB9D-6630-649ADEAE085E}"/>
              </a:ext>
            </a:extLst>
          </p:cNvPr>
          <p:cNvSpPr/>
          <p:nvPr/>
        </p:nvSpPr>
        <p:spPr>
          <a:xfrm>
            <a:off x="8222501" y="555729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C6E171-203E-0FE5-4F35-A43FD7B92587}"/>
              </a:ext>
            </a:extLst>
          </p:cNvPr>
          <p:cNvSpPr/>
          <p:nvPr/>
        </p:nvSpPr>
        <p:spPr>
          <a:xfrm>
            <a:off x="2361347" y="556369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67DF6C0-C8A3-DE83-95C3-5937F979182E}"/>
              </a:ext>
            </a:extLst>
          </p:cNvPr>
          <p:cNvSpPr/>
          <p:nvPr/>
        </p:nvSpPr>
        <p:spPr>
          <a:xfrm>
            <a:off x="8222501" y="573673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8AD897A-0DDF-266C-FCE4-A9B6EAFDC735}"/>
              </a:ext>
            </a:extLst>
          </p:cNvPr>
          <p:cNvSpPr/>
          <p:nvPr/>
        </p:nvSpPr>
        <p:spPr>
          <a:xfrm>
            <a:off x="8222501" y="591715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142C675-9E49-C791-DCC6-8760BD13CA40}"/>
              </a:ext>
            </a:extLst>
          </p:cNvPr>
          <p:cNvSpPr/>
          <p:nvPr/>
        </p:nvSpPr>
        <p:spPr>
          <a:xfrm>
            <a:off x="8222501" y="610014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5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D67F340-5C88-C263-56ED-BB21D4FC1B7C}"/>
              </a:ext>
            </a:extLst>
          </p:cNvPr>
          <p:cNvSpPr/>
          <p:nvPr/>
        </p:nvSpPr>
        <p:spPr>
          <a:xfrm>
            <a:off x="2361347" y="657423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#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48B8FD-0FD7-B9BF-9017-1FCA4327785F}"/>
              </a:ext>
            </a:extLst>
          </p:cNvPr>
          <p:cNvSpPr txBox="1"/>
          <p:nvPr/>
        </p:nvSpPr>
        <p:spPr>
          <a:xfrm>
            <a:off x="2509450" y="6526042"/>
            <a:ext cx="2504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Alignment to Consortium Priorities</a:t>
            </a:r>
          </a:p>
        </p:txBody>
      </p:sp>
    </p:spTree>
    <p:extLst>
      <p:ext uri="{BB962C8B-B14F-4D97-AF65-F5344CB8AC3E}">
        <p14:creationId xmlns:p14="http://schemas.microsoft.com/office/powerpoint/2010/main" val="984815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0D47CE4-3E0D-1032-C908-4904FE10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10705F2C-38CE-74A6-D2AE-D1243802F3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- Status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EE008F-6A50-62B4-E5B1-91D96D8AB8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516317"/>
              </p:ext>
            </p:extLst>
          </p:nvPr>
        </p:nvGraphicFramePr>
        <p:xfrm>
          <a:off x="410934" y="1560399"/>
          <a:ext cx="11370132" cy="49567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ü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ü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value proposition for Subscribers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ü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awards, influencer endorsements, podcasts, webinars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and ABOK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podcasts and/or webinars with influencers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service hypothesis and lean business case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Develop the value proposition for Patrons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Engage with initial Patrons (e.g., Bronze-level)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Patrons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 leader</a:t>
                      </a:r>
                    </a:p>
                    <a:p>
                      <a:pPr marL="171450" marR="0" lvl="2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and prospective Patrons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99361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Develop the services platform hypothesis and lean business case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services platform leader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the website for launch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111F143-358F-FD8B-5D06-AAAA803DBA98}"/>
              </a:ext>
            </a:extLst>
          </p:cNvPr>
          <p:cNvSpPr/>
          <p:nvPr/>
        </p:nvSpPr>
        <p:spPr>
          <a:xfrm>
            <a:off x="2361347" y="19260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20A45B7-E07B-0481-EABE-CE0A85C63480}"/>
              </a:ext>
            </a:extLst>
          </p:cNvPr>
          <p:cNvSpPr/>
          <p:nvPr/>
        </p:nvSpPr>
        <p:spPr>
          <a:xfrm>
            <a:off x="2361347" y="210596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06BD5B-7F4B-5D48-E9AC-B8F2961241E2}"/>
              </a:ext>
            </a:extLst>
          </p:cNvPr>
          <p:cNvSpPr/>
          <p:nvPr/>
        </p:nvSpPr>
        <p:spPr>
          <a:xfrm>
            <a:off x="2361347" y="2454979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A6992ED-21F3-33D8-D82B-7CEBBE312482}"/>
              </a:ext>
            </a:extLst>
          </p:cNvPr>
          <p:cNvSpPr/>
          <p:nvPr/>
        </p:nvSpPr>
        <p:spPr>
          <a:xfrm>
            <a:off x="2361347" y="263920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1F3BA24-8A35-1B5C-461F-D280DF9A439E}"/>
              </a:ext>
            </a:extLst>
          </p:cNvPr>
          <p:cNvSpPr/>
          <p:nvPr/>
        </p:nvSpPr>
        <p:spPr>
          <a:xfrm>
            <a:off x="2361347" y="281908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D3C6833-00B6-6619-E972-163E6237D72A}"/>
              </a:ext>
            </a:extLst>
          </p:cNvPr>
          <p:cNvSpPr/>
          <p:nvPr/>
        </p:nvSpPr>
        <p:spPr>
          <a:xfrm>
            <a:off x="8222501" y="19260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F94A621-4D98-0A43-022E-8F7958FF6783}"/>
              </a:ext>
            </a:extLst>
          </p:cNvPr>
          <p:cNvSpPr/>
          <p:nvPr/>
        </p:nvSpPr>
        <p:spPr>
          <a:xfrm>
            <a:off x="8222501" y="210596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363C6B0-1678-B103-C103-02031D0A6D42}"/>
              </a:ext>
            </a:extLst>
          </p:cNvPr>
          <p:cNvSpPr/>
          <p:nvPr/>
        </p:nvSpPr>
        <p:spPr>
          <a:xfrm>
            <a:off x="8222501" y="2290387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7EDDD3-B99E-6BB0-7F1B-821B508D6D55}"/>
              </a:ext>
            </a:extLst>
          </p:cNvPr>
          <p:cNvSpPr/>
          <p:nvPr/>
        </p:nvSpPr>
        <p:spPr>
          <a:xfrm>
            <a:off x="2361347" y="310606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7EF5B8B-83B5-3A22-4E51-20282928E688}"/>
              </a:ext>
            </a:extLst>
          </p:cNvPr>
          <p:cNvSpPr/>
          <p:nvPr/>
        </p:nvSpPr>
        <p:spPr>
          <a:xfrm>
            <a:off x="2361347" y="328594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A622FA-A252-49D0-793D-12E8EC2FF9B4}"/>
              </a:ext>
            </a:extLst>
          </p:cNvPr>
          <p:cNvSpPr/>
          <p:nvPr/>
        </p:nvSpPr>
        <p:spPr>
          <a:xfrm>
            <a:off x="2361347" y="364680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203952-CB63-BBCE-22DB-25617F054B2A}"/>
              </a:ext>
            </a:extLst>
          </p:cNvPr>
          <p:cNvSpPr/>
          <p:nvPr/>
        </p:nvSpPr>
        <p:spPr>
          <a:xfrm>
            <a:off x="2361347" y="383447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41270EC-74A5-68C2-8AD3-C348E9447673}"/>
              </a:ext>
            </a:extLst>
          </p:cNvPr>
          <p:cNvSpPr/>
          <p:nvPr/>
        </p:nvSpPr>
        <p:spPr>
          <a:xfrm>
            <a:off x="2361347" y="418434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8E131B-71B3-565F-51B4-1E624B54E7C7}"/>
              </a:ext>
            </a:extLst>
          </p:cNvPr>
          <p:cNvSpPr/>
          <p:nvPr/>
        </p:nvSpPr>
        <p:spPr>
          <a:xfrm>
            <a:off x="8222501" y="310306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8C6F5CB-530A-1870-EED8-1D3B85152052}"/>
              </a:ext>
            </a:extLst>
          </p:cNvPr>
          <p:cNvSpPr/>
          <p:nvPr/>
        </p:nvSpPr>
        <p:spPr>
          <a:xfrm>
            <a:off x="8222501" y="328962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064B2DD-48AB-4128-BE6D-22B520463DFD}"/>
              </a:ext>
            </a:extLst>
          </p:cNvPr>
          <p:cNvSpPr/>
          <p:nvPr/>
        </p:nvSpPr>
        <p:spPr>
          <a:xfrm>
            <a:off x="8222501" y="3656637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89DC415-24E2-3EF5-4483-CA61AABDCACD}"/>
              </a:ext>
            </a:extLst>
          </p:cNvPr>
          <p:cNvSpPr/>
          <p:nvPr/>
        </p:nvSpPr>
        <p:spPr>
          <a:xfrm>
            <a:off x="2361347" y="228114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FDFDE44-D1EA-7153-C417-2423BBD37565}"/>
              </a:ext>
            </a:extLst>
          </p:cNvPr>
          <p:cNvSpPr/>
          <p:nvPr/>
        </p:nvSpPr>
        <p:spPr>
          <a:xfrm>
            <a:off x="2361347" y="448122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DC9F101-9D89-F17A-6503-902B3ABD22F8}"/>
              </a:ext>
            </a:extLst>
          </p:cNvPr>
          <p:cNvSpPr/>
          <p:nvPr/>
        </p:nvSpPr>
        <p:spPr>
          <a:xfrm>
            <a:off x="2361347" y="466410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0068FA6-5E5C-74C1-F8E6-3C0B086490A9}"/>
              </a:ext>
            </a:extLst>
          </p:cNvPr>
          <p:cNvSpPr/>
          <p:nvPr/>
        </p:nvSpPr>
        <p:spPr>
          <a:xfrm>
            <a:off x="2361347" y="4851911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6FE5F65-DECD-BC4E-7E29-2D5AB245EFF2}"/>
              </a:ext>
            </a:extLst>
          </p:cNvPr>
          <p:cNvSpPr/>
          <p:nvPr/>
        </p:nvSpPr>
        <p:spPr>
          <a:xfrm>
            <a:off x="2361347" y="5036524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FFE7C10-1228-13DE-D834-F22FCD0A8500}"/>
              </a:ext>
            </a:extLst>
          </p:cNvPr>
          <p:cNvSpPr/>
          <p:nvPr/>
        </p:nvSpPr>
        <p:spPr>
          <a:xfrm>
            <a:off x="2361347" y="521542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4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D52B7F2-AB3B-D2AD-17CB-176D1685D5F8}"/>
              </a:ext>
            </a:extLst>
          </p:cNvPr>
          <p:cNvSpPr/>
          <p:nvPr/>
        </p:nvSpPr>
        <p:spPr>
          <a:xfrm>
            <a:off x="8222501" y="4483922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3AEF44B-41F1-9697-4ED1-A6FE81A126BB}"/>
              </a:ext>
            </a:extLst>
          </p:cNvPr>
          <p:cNvSpPr/>
          <p:nvPr/>
        </p:nvSpPr>
        <p:spPr>
          <a:xfrm>
            <a:off x="8222501" y="466778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4269D6E-26C1-7869-FAE4-902CC50FE9BF}"/>
              </a:ext>
            </a:extLst>
          </p:cNvPr>
          <p:cNvSpPr/>
          <p:nvPr/>
        </p:nvSpPr>
        <p:spPr>
          <a:xfrm>
            <a:off x="2361347" y="574534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D7FFEC-2958-2CDE-46FB-74A9E79F0D22}"/>
              </a:ext>
            </a:extLst>
          </p:cNvPr>
          <p:cNvSpPr/>
          <p:nvPr/>
        </p:nvSpPr>
        <p:spPr>
          <a:xfrm>
            <a:off x="2361347" y="592699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F4F7990-7F12-93CD-E29C-DFAFFC3F09B3}"/>
              </a:ext>
            </a:extLst>
          </p:cNvPr>
          <p:cNvSpPr/>
          <p:nvPr/>
        </p:nvSpPr>
        <p:spPr>
          <a:xfrm>
            <a:off x="2361347" y="611216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457E691-3002-A576-6ABE-59F7D89FC2DC}"/>
              </a:ext>
            </a:extLst>
          </p:cNvPr>
          <p:cNvSpPr/>
          <p:nvPr/>
        </p:nvSpPr>
        <p:spPr>
          <a:xfrm>
            <a:off x="8222501" y="555729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6C02A67-F89E-1A5C-3348-BAF4B79157FD}"/>
              </a:ext>
            </a:extLst>
          </p:cNvPr>
          <p:cNvSpPr/>
          <p:nvPr/>
        </p:nvSpPr>
        <p:spPr>
          <a:xfrm>
            <a:off x="2361347" y="5563690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A86A6C0-D33D-1A2B-D09F-4991B945E23A}"/>
              </a:ext>
            </a:extLst>
          </p:cNvPr>
          <p:cNvSpPr/>
          <p:nvPr/>
        </p:nvSpPr>
        <p:spPr>
          <a:xfrm>
            <a:off x="8222501" y="573673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03DED17-22EA-9612-FCD6-408A800FB781}"/>
              </a:ext>
            </a:extLst>
          </p:cNvPr>
          <p:cNvSpPr/>
          <p:nvPr/>
        </p:nvSpPr>
        <p:spPr>
          <a:xfrm>
            <a:off x="8222501" y="5917158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3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2D9F7B0-3CE2-B1CD-E64A-CCBA9F0766F7}"/>
              </a:ext>
            </a:extLst>
          </p:cNvPr>
          <p:cNvSpPr/>
          <p:nvPr/>
        </p:nvSpPr>
        <p:spPr>
          <a:xfrm>
            <a:off x="8222501" y="6100145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5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8183EF5-F643-E777-A0C3-CE9C89A15AC8}"/>
              </a:ext>
            </a:extLst>
          </p:cNvPr>
          <p:cNvSpPr/>
          <p:nvPr/>
        </p:nvSpPr>
        <p:spPr>
          <a:xfrm>
            <a:off x="2361347" y="6574236"/>
            <a:ext cx="182880" cy="1828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#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19309-2AE0-1DB2-7312-D2D169B4831B}"/>
              </a:ext>
            </a:extLst>
          </p:cNvPr>
          <p:cNvSpPr txBox="1"/>
          <p:nvPr/>
        </p:nvSpPr>
        <p:spPr>
          <a:xfrm>
            <a:off x="2509450" y="6526042"/>
            <a:ext cx="2504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Alignment to Consortium Priorities</a:t>
            </a:r>
          </a:p>
        </p:txBody>
      </p:sp>
    </p:spTree>
    <p:extLst>
      <p:ext uri="{BB962C8B-B14F-4D97-AF65-F5344CB8AC3E}">
        <p14:creationId xmlns:p14="http://schemas.microsoft.com/office/powerpoint/2010/main" val="2659084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F9E8A64-92E5-8A5C-3A71-8DA54635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2522E90-5AE9-9FBE-04B3-D747C0792C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94388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Maturing our Services as we Scale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E03268-FBA5-47E1-5FB7-A69965E7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920061"/>
              </p:ext>
            </p:extLst>
          </p:nvPr>
        </p:nvGraphicFramePr>
        <p:xfrm>
          <a:off x="382860" y="1559348"/>
          <a:ext cx="10970941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65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246948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4707480">
                  <a:extLst>
                    <a:ext uri="{9D8B030D-6E8A-4147-A177-3AD203B41FA5}">
                      <a16:colId xmlns:a16="http://schemas.microsoft.com/office/drawing/2014/main" val="2931972607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Free (v1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Premium / For-Fee (v2+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Enterprising Tech Services leaders can join the AccelRR8 Consortium network as collaborators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Toastmasters) Individual leaders can join a club / local chapter for $X new member fee and $Y / month</a:t>
                      </a:r>
                    </a:p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Professional Networking fees for all employees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share ideas with one another via an online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access the AccelRR8 Body of Knowledge, including the AccelRR8 Framework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participate in Consortium webinars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PMI) Individual leaders can take an exam for $XX and maintain a certification for $YY per year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various standards bodies) Organizations can pay an annual fee to help govern and evolve the AccelRR8 BOK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Individuals and organizations can join the AccelRR8 Consortium as innovators (free advertising, e.g., Bronze Tier) who donate labor and/or technology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Individuals and organizations can pay an annual fee and become patrons (e.g., Diamond, Platinum, Gold, Silver)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7986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63157</TotalTime>
  <Words>1676</Words>
  <Application>Microsoft Macintosh PowerPoint</Application>
  <PresentationFormat>Widescreen</PresentationFormat>
  <Paragraphs>233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Wingdings</vt:lpstr>
      <vt:lpstr>1_Office Theme</vt:lpstr>
      <vt:lpstr>  AccelRR8 Consortium NonProfit Products Plan </vt:lpstr>
      <vt:lpstr>Consortium Services (our Products)</vt:lpstr>
      <vt:lpstr>PowerPoint Presentation</vt:lpstr>
      <vt:lpstr>Roadmap to Launch - Baseline</vt:lpstr>
      <vt:lpstr>Roadmap to Launch - Status</vt:lpstr>
      <vt:lpstr>Maturing our Services as we Scale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137</cp:revision>
  <cp:lastPrinted>2026-08-09T15:51:42Z</cp:lastPrinted>
  <dcterms:created xsi:type="dcterms:W3CDTF">2023-08-22T19:09:59Z</dcterms:created>
  <dcterms:modified xsi:type="dcterms:W3CDTF">2026-08-14T20:20:41Z</dcterms:modified>
</cp:coreProperties>
</file>