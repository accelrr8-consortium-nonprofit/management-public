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403" r:id="rId3"/>
    <p:sldId id="412" r:id="rId4"/>
    <p:sldId id="273" r:id="rId5"/>
    <p:sldId id="416" r:id="rId6"/>
    <p:sldId id="404" r:id="rId7"/>
    <p:sldId id="277" r:id="rId8"/>
    <p:sldId id="262" r:id="rId9"/>
    <p:sldId id="405" r:id="rId10"/>
    <p:sldId id="275" r:id="rId11"/>
    <p:sldId id="278" r:id="rId12"/>
    <p:sldId id="406" r:id="rId13"/>
    <p:sldId id="274" r:id="rId14"/>
    <p:sldId id="417" r:id="rId15"/>
    <p:sldId id="409" r:id="rId16"/>
    <p:sldId id="276" r:id="rId17"/>
    <p:sldId id="415" r:id="rId18"/>
    <p:sldId id="279" r:id="rId19"/>
    <p:sldId id="401" r:id="rId20"/>
    <p:sldId id="400" r:id="rId21"/>
    <p:sldId id="414" r:id="rId22"/>
    <p:sldId id="26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Intent and Ambition" id="{FFA9F242-8AD8-EF42-8D73-529595A2924A}">
          <p14:sldIdLst>
            <p14:sldId id="403"/>
            <p14:sldId id="412"/>
            <p14:sldId id="273"/>
            <p14:sldId id="416"/>
          </p14:sldIdLst>
        </p14:section>
        <p14:section name="Consortium Opportunity" id="{05194138-A3ED-064B-861C-0547F49986DE}">
          <p14:sldIdLst>
            <p14:sldId id="404"/>
            <p14:sldId id="277"/>
            <p14:sldId id="262"/>
          </p14:sldIdLst>
        </p14:section>
        <p14:section name="Success Factors" id="{A8607958-67BE-0D41-AF22-F251A2EEF798}">
          <p14:sldIdLst>
            <p14:sldId id="405"/>
            <p14:sldId id="275"/>
            <p14:sldId id="278"/>
          </p14:sldIdLst>
        </p14:section>
        <p14:section name="3-Horizon Roadmap for the 2020s" id="{BDC3B2AF-CB8F-1E49-8E65-5336AA748889}">
          <p14:sldIdLst>
            <p14:sldId id="406"/>
            <p14:sldId id="274"/>
            <p14:sldId id="417"/>
            <p14:sldId id="409"/>
          </p14:sldIdLst>
        </p14:section>
        <p14:section name="Realign" id="{EBEE8A1D-1801-4746-8A2D-F7970C352CB9}">
          <p14:sldIdLst>
            <p14:sldId id="276"/>
            <p14:sldId id="415"/>
            <p14:sldId id="279"/>
            <p14:sldId id="401"/>
            <p14:sldId id="400"/>
            <p14:sldId id="414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D2A7E-913D-4848-8702-F40BD19E1117}" v="29" dt="2026-08-06T19:09:12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67"/>
    <p:restoredTop sz="96203"/>
  </p:normalViewPr>
  <p:slideViewPr>
    <p:cSldViewPr snapToGrid="0">
      <p:cViewPr varScale="1">
        <p:scale>
          <a:sx n="106" d="100"/>
          <a:sy n="106" d="100"/>
        </p:scale>
        <p:origin x="21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addSld delSld modSld sldOrd delMainMaster delSection modSection">
      <pc:chgData name="Rich Reba" userId="55db41ab6eb3f845" providerId="LiveId" clId="{0E19DA16-244C-5B50-BE0F-52911DD4CA7E}" dt="2026-08-06T19:14:00.706" v="1264" actId="17851"/>
      <pc:docMkLst>
        <pc:docMk/>
      </pc:docMkLst>
      <pc:sldChg chg="delSp modSp mod">
        <pc:chgData name="Rich Reba" userId="55db41ab6eb3f845" providerId="LiveId" clId="{0E19DA16-244C-5B50-BE0F-52911DD4CA7E}" dt="2026-08-06T18:58:24.758" v="730" actId="478"/>
        <pc:sldMkLst>
          <pc:docMk/>
          <pc:sldMk cId="0" sldId="256"/>
        </pc:sldMkLst>
        <pc:spChg chg="del">
          <ac:chgData name="Rich Reba" userId="55db41ab6eb3f845" providerId="LiveId" clId="{0E19DA16-244C-5B50-BE0F-52911DD4CA7E}" dt="2026-08-06T18:58:24.758" v="730" actId="478"/>
          <ac:spMkLst>
            <pc:docMk/>
            <pc:sldMk cId="0" sldId="256"/>
            <ac:spMk id="2" creationId="{5FACCA81-B362-8D11-103C-37960FC92AAC}"/>
          </ac:spMkLst>
        </pc:spChg>
        <pc:spChg chg="mod">
          <ac:chgData name="Rich Reba" userId="55db41ab6eb3f845" providerId="LiveId" clId="{0E19DA16-244C-5B50-BE0F-52911DD4CA7E}" dt="2026-08-06T17:16:55.137" v="137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18:58:44.221" v="737" actId="478"/>
        <pc:sldMkLst>
          <pc:docMk/>
          <pc:sldMk cId="2353389302" sldId="262"/>
        </pc:sldMkLst>
        <pc:spChg chg="del">
          <ac:chgData name="Rich Reba" userId="55db41ab6eb3f845" providerId="LiveId" clId="{0E19DA16-244C-5B50-BE0F-52911DD4CA7E}" dt="2026-08-06T18:58:44.221" v="737" actId="478"/>
          <ac:spMkLst>
            <pc:docMk/>
            <pc:sldMk cId="2353389302" sldId="262"/>
            <ac:spMk id="2" creationId="{BCAB5B48-B8F8-D8B0-3363-89BF14A47DA5}"/>
          </ac:spMkLst>
        </pc:spChg>
      </pc:sldChg>
      <pc:sldChg chg="delSp mod">
        <pc:chgData name="Rich Reba" userId="55db41ab6eb3f845" providerId="LiveId" clId="{0E19DA16-244C-5B50-BE0F-52911DD4CA7E}" dt="2026-08-06T18:59:05.597" v="743" actId="478"/>
        <pc:sldMkLst>
          <pc:docMk/>
          <pc:sldMk cId="4088822028" sldId="263"/>
        </pc:sldMkLst>
        <pc:spChg chg="del">
          <ac:chgData name="Rich Reba" userId="55db41ab6eb3f845" providerId="LiveId" clId="{0E19DA16-244C-5B50-BE0F-52911DD4CA7E}" dt="2026-08-06T18:59:05.597" v="743" actId="478"/>
          <ac:spMkLst>
            <pc:docMk/>
            <pc:sldMk cId="4088822028" sldId="263"/>
            <ac:spMk id="2" creationId="{D57AE71C-2FC9-1FBC-19D6-92E0039AEF7D}"/>
          </ac:spMkLst>
        </pc:spChg>
      </pc:sldChg>
      <pc:sldChg chg="delSp modSp mod">
        <pc:chgData name="Rich Reba" userId="55db41ab6eb3f845" providerId="LiveId" clId="{0E19DA16-244C-5B50-BE0F-52911DD4CA7E}" dt="2026-08-06T18:58:32.405" v="733" actId="478"/>
        <pc:sldMkLst>
          <pc:docMk/>
          <pc:sldMk cId="4274695656" sldId="273"/>
        </pc:sldMkLst>
        <pc:spChg chg="del">
          <ac:chgData name="Rich Reba" userId="55db41ab6eb3f845" providerId="LiveId" clId="{0E19DA16-244C-5B50-BE0F-52911DD4CA7E}" dt="2026-08-06T18:58:32.405" v="733" actId="478"/>
          <ac:spMkLst>
            <pc:docMk/>
            <pc:sldMk cId="4274695656" sldId="273"/>
            <ac:spMk id="2" creationId="{4B602561-35D8-AF27-76E9-EB18F18FC081}"/>
          </ac:spMkLst>
        </pc:spChg>
        <pc:spChg chg="mod">
          <ac:chgData name="Rich Reba" userId="55db41ab6eb3f845" providerId="LiveId" clId="{0E19DA16-244C-5B50-BE0F-52911DD4CA7E}" dt="2026-08-06T16:49:37.012" v="11" actId="20577"/>
          <ac:spMkLst>
            <pc:docMk/>
            <pc:sldMk cId="4274695656" sldId="273"/>
            <ac:spMk id="4" creationId="{BDC3AF1A-7A80-3B3D-294A-E26C982690C3}"/>
          </ac:spMkLst>
        </pc:spChg>
      </pc:sldChg>
      <pc:sldChg chg="delSp modSp mod">
        <pc:chgData name="Rich Reba" userId="55db41ab6eb3f845" providerId="LiveId" clId="{0E19DA16-244C-5B50-BE0F-52911DD4CA7E}" dt="2026-08-06T18:59:28.154" v="750" actId="478"/>
        <pc:sldMkLst>
          <pc:docMk/>
          <pc:sldMk cId="1656586467" sldId="274"/>
        </pc:sldMkLst>
        <pc:spChg chg="del">
          <ac:chgData name="Rich Reba" userId="55db41ab6eb3f845" providerId="LiveId" clId="{0E19DA16-244C-5B50-BE0F-52911DD4CA7E}" dt="2026-08-06T18:59:28.154" v="750" actId="478"/>
          <ac:spMkLst>
            <pc:docMk/>
            <pc:sldMk cId="1656586467" sldId="274"/>
            <ac:spMk id="6" creationId="{CF348359-6A33-94C2-7023-E826A712A5B3}"/>
          </ac:spMkLst>
        </pc:spChg>
        <pc:spChg chg="mod">
          <ac:chgData name="Rich Reba" userId="55db41ab6eb3f845" providerId="LiveId" clId="{0E19DA16-244C-5B50-BE0F-52911DD4CA7E}" dt="2026-08-06T16:55:26.775" v="37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29.948" v="38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32.778" v="39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49.115" v="78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1.450" v="80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3.624" v="82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06T18:59:11.719" v="745" actId="478"/>
        <pc:sldMkLst>
          <pc:docMk/>
          <pc:sldMk cId="2269987968" sldId="275"/>
        </pc:sldMkLst>
        <pc:spChg chg="del">
          <ac:chgData name="Rich Reba" userId="55db41ab6eb3f845" providerId="LiveId" clId="{0E19DA16-244C-5B50-BE0F-52911DD4CA7E}" dt="2026-08-06T18:59:11.719" v="745" actId="478"/>
          <ac:spMkLst>
            <pc:docMk/>
            <pc:sldMk cId="2269987968" sldId="275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8:46:46.167" v="416" actId="20577"/>
          <ac:graphicFrameMkLst>
            <pc:docMk/>
            <pc:sldMk cId="2269987968" sldId="275"/>
            <ac:graphicFrameMk id="3" creationId="{9D4C0F19-B23F-926A-2ED3-6B3394974333}"/>
          </ac:graphicFrameMkLst>
        </pc:graphicFrameChg>
      </pc:sldChg>
      <pc:sldChg chg="delSp mod ord">
        <pc:chgData name="Rich Reba" userId="55db41ab6eb3f845" providerId="LiveId" clId="{0E19DA16-244C-5B50-BE0F-52911DD4CA7E}" dt="2026-08-06T19:10:57.510" v="1136" actId="20578"/>
        <pc:sldMkLst>
          <pc:docMk/>
          <pc:sldMk cId="1732335019" sldId="276"/>
        </pc:sldMkLst>
        <pc:spChg chg="del">
          <ac:chgData name="Rich Reba" userId="55db41ab6eb3f845" providerId="LiveId" clId="{0E19DA16-244C-5B50-BE0F-52911DD4CA7E}" dt="2026-08-06T18:59:14.554" v="746" actId="478"/>
          <ac:spMkLst>
            <pc:docMk/>
            <pc:sldMk cId="1732335019" sldId="276"/>
            <ac:spMk id="2" creationId="{FAEC2788-BD9D-9EED-BC5E-1AED8264C6F9}"/>
          </ac:spMkLst>
        </pc:spChg>
      </pc:sldChg>
      <pc:sldChg chg="delSp modSp mod ord">
        <pc:chgData name="Rich Reba" userId="55db41ab6eb3f845" providerId="LiveId" clId="{0E19DA16-244C-5B50-BE0F-52911DD4CA7E}" dt="2026-08-06T19:08:08.180" v="1126" actId="20578"/>
        <pc:sldMkLst>
          <pc:docMk/>
          <pc:sldMk cId="2006733346" sldId="277"/>
        </pc:sldMkLst>
        <pc:spChg chg="del">
          <ac:chgData name="Rich Reba" userId="55db41ab6eb3f845" providerId="LiveId" clId="{0E19DA16-244C-5B50-BE0F-52911DD4CA7E}" dt="2026-08-06T18:58:40.010" v="735" actId="478"/>
          <ac:spMkLst>
            <pc:docMk/>
            <pc:sldMk cId="2006733346" sldId="277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0:36.865" v="15" actId="20577"/>
          <ac:graphicFrameMkLst>
            <pc:docMk/>
            <pc:sldMk cId="2006733346" sldId="277"/>
            <ac:graphicFrameMk id="5" creationId="{4B70F3A5-8062-29A2-30D0-2783CB3DFCCA}"/>
          </ac:graphicFrameMkLst>
        </pc:graphicFrameChg>
      </pc:sldChg>
      <pc:sldChg chg="addSp delSp modSp mod ord">
        <pc:chgData name="Rich Reba" userId="55db41ab6eb3f845" providerId="LiveId" clId="{0E19DA16-244C-5B50-BE0F-52911DD4CA7E}" dt="2026-08-06T19:10:48.376" v="1135" actId="20578"/>
        <pc:sldMkLst>
          <pc:docMk/>
          <pc:sldMk cId="823924525" sldId="278"/>
        </pc:sldMkLst>
        <pc:spChg chg="del">
          <ac:chgData name="Rich Reba" userId="55db41ab6eb3f845" providerId="LiveId" clId="{0E19DA16-244C-5B50-BE0F-52911DD4CA7E}" dt="2026-08-06T18:58:57.062" v="740" actId="478"/>
          <ac:spMkLst>
            <pc:docMk/>
            <pc:sldMk cId="823924525" sldId="278"/>
            <ac:spMk id="2" creationId="{BCAB5B48-B8F8-D8B0-3363-89BF14A47DA5}"/>
          </ac:spMkLst>
        </pc:spChg>
        <pc:spChg chg="add del">
          <ac:chgData name="Rich Reba" userId="55db41ab6eb3f845" providerId="LiveId" clId="{0E19DA16-244C-5B50-BE0F-52911DD4CA7E}" dt="2026-08-06T18:50:26.564" v="425" actId="478"/>
          <ac:spMkLst>
            <pc:docMk/>
            <pc:sldMk cId="823924525" sldId="278"/>
            <ac:spMk id="3" creationId="{392980C8-0F91-1F0B-8CBB-CBE24E0507F8}"/>
          </ac:spMkLst>
        </pc:spChg>
        <pc:spChg chg="add del">
          <ac:chgData name="Rich Reba" userId="55db41ab6eb3f845" providerId="LiveId" clId="{0E19DA16-244C-5B50-BE0F-52911DD4CA7E}" dt="2026-08-06T18:51:12.660" v="427" actId="478"/>
          <ac:spMkLst>
            <pc:docMk/>
            <pc:sldMk cId="823924525" sldId="278"/>
            <ac:spMk id="4" creationId="{9F161222-B6F7-86A1-550C-BD26186B4BC5}"/>
          </ac:spMkLst>
        </pc:spChg>
        <pc:graphicFrameChg chg="mod modGraphic">
          <ac:chgData name="Rich Reba" userId="55db41ab6eb3f845" providerId="LiveId" clId="{0E19DA16-244C-5B50-BE0F-52911DD4CA7E}" dt="2026-08-06T19:04:41.257" v="1121" actId="20577"/>
          <ac:graphicFrameMkLst>
            <pc:docMk/>
            <pc:sldMk cId="823924525" sldId="278"/>
            <ac:graphicFrameMk id="7" creationId="{3AA794A3-D78C-B966-F5D5-7A882C213354}"/>
          </ac:graphicFrameMkLst>
        </pc:graphicFrameChg>
        <pc:picChg chg="mod">
          <ac:chgData name="Rich Reba" userId="55db41ab6eb3f845" providerId="LiveId" clId="{0E19DA16-244C-5B50-BE0F-52911DD4CA7E}" dt="2026-08-06T18:49:39.081" v="422" actId="1076"/>
          <ac:picMkLst>
            <pc:docMk/>
            <pc:sldMk cId="823924525" sldId="278"/>
            <ac:picMk id="1028" creationId="{F2FBAC28-01AC-81F3-75E0-948EBC9FCB9D}"/>
          </ac:picMkLst>
        </pc:picChg>
        <pc:picChg chg="add mod">
          <ac:chgData name="Rich Reba" userId="55db41ab6eb3f845" providerId="LiveId" clId="{0E19DA16-244C-5B50-BE0F-52911DD4CA7E}" dt="2026-08-06T18:53:12.164" v="529" actId="14100"/>
          <ac:picMkLst>
            <pc:docMk/>
            <pc:sldMk cId="823924525" sldId="278"/>
            <ac:picMk id="1030" creationId="{3ECAF82E-5374-0B4F-1B87-BE9366670338}"/>
          </ac:picMkLst>
        </pc:picChg>
        <pc:picChg chg="add mod">
          <ac:chgData name="Rich Reba" userId="55db41ab6eb3f845" providerId="LiveId" clId="{0E19DA16-244C-5B50-BE0F-52911DD4CA7E}" dt="2026-08-06T18:58:00.693" v="728" actId="1076"/>
          <ac:picMkLst>
            <pc:docMk/>
            <pc:sldMk cId="823924525" sldId="278"/>
            <ac:picMk id="1032" creationId="{9412F3F4-9961-A04B-F29F-AE70F881BF9D}"/>
          </ac:picMkLst>
        </pc:picChg>
        <pc:picChg chg="mod">
          <ac:chgData name="Rich Reba" userId="55db41ab6eb3f845" providerId="LiveId" clId="{0E19DA16-244C-5B50-BE0F-52911DD4CA7E}" dt="2026-08-06T18:56:50.945" v="723" actId="1076"/>
          <ac:picMkLst>
            <pc:docMk/>
            <pc:sldMk cId="823924525" sldId="278"/>
            <ac:picMk id="1036" creationId="{2136F508-9909-76DB-E345-E40EB6279973}"/>
          </ac:picMkLst>
        </pc:picChg>
        <pc:picChg chg="mod">
          <ac:chgData name="Rich Reba" userId="55db41ab6eb3f845" providerId="LiveId" clId="{0E19DA16-244C-5B50-BE0F-52911DD4CA7E}" dt="2026-08-06T18:58:04.460" v="729" actId="1076"/>
          <ac:picMkLst>
            <pc:docMk/>
            <pc:sldMk cId="823924525" sldId="278"/>
            <ac:picMk id="1038" creationId="{57B0734D-BE0E-D5FA-AC6A-C87310AA285C}"/>
          </ac:picMkLst>
        </pc:picChg>
        <pc:picChg chg="del">
          <ac:chgData name="Rich Reba" userId="55db41ab6eb3f845" providerId="LiveId" clId="{0E19DA16-244C-5B50-BE0F-52911DD4CA7E}" dt="2026-08-06T18:48:59.058" v="417" actId="478"/>
          <ac:picMkLst>
            <pc:docMk/>
            <pc:sldMk cId="823924525" sldId="278"/>
            <ac:picMk id="1040" creationId="{B51E3085-C2E4-EDC0-0FA4-21B534177CB1}"/>
          </ac:picMkLst>
        </pc:picChg>
      </pc:sldChg>
      <pc:sldChg chg="delSp mod ord">
        <pc:chgData name="Rich Reba" userId="55db41ab6eb3f845" providerId="LiveId" clId="{0E19DA16-244C-5B50-BE0F-52911DD4CA7E}" dt="2026-08-06T19:10:57.510" v="1136" actId="20578"/>
        <pc:sldMkLst>
          <pc:docMk/>
          <pc:sldMk cId="3641467929" sldId="279"/>
        </pc:sldMkLst>
        <pc:spChg chg="del">
          <ac:chgData name="Rich Reba" userId="55db41ab6eb3f845" providerId="LiveId" clId="{0E19DA16-244C-5B50-BE0F-52911DD4CA7E}" dt="2026-08-06T18:59:20.189" v="748" actId="478"/>
          <ac:spMkLst>
            <pc:docMk/>
            <pc:sldMk cId="3641467929" sldId="279"/>
            <ac:spMk id="2" creationId="{FAEC2788-BD9D-9EED-BC5E-1AED8264C6F9}"/>
          </ac:spMkLst>
        </pc:spChg>
      </pc:sldChg>
      <pc:sldChg chg="del">
        <pc:chgData name="Rich Reba" userId="55db41ab6eb3f845" providerId="LiveId" clId="{0E19DA16-244C-5B50-BE0F-52911DD4CA7E}" dt="2026-08-06T19:08:33.438" v="1128" actId="2696"/>
        <pc:sldMkLst>
          <pc:docMk/>
          <pc:sldMk cId="2176843835" sldId="398"/>
        </pc:sldMkLst>
      </pc:sldChg>
      <pc:sldChg chg="del">
        <pc:chgData name="Rich Reba" userId="55db41ab6eb3f845" providerId="LiveId" clId="{0E19DA16-244C-5B50-BE0F-52911DD4CA7E}" dt="2026-08-06T19:08:30.971" v="1127" actId="2696"/>
        <pc:sldMkLst>
          <pc:docMk/>
          <pc:sldMk cId="3350860745" sldId="399"/>
        </pc:sldMkLst>
      </pc:sldChg>
      <pc:sldChg chg="delSp modSp mod">
        <pc:chgData name="Rich Reba" userId="55db41ab6eb3f845" providerId="LiveId" clId="{0E19DA16-244C-5B50-BE0F-52911DD4CA7E}" dt="2026-08-06T18:58:59.192" v="741" actId="478"/>
        <pc:sldMkLst>
          <pc:docMk/>
          <pc:sldMk cId="797649862" sldId="400"/>
        </pc:sldMkLst>
        <pc:spChg chg="del">
          <ac:chgData name="Rich Reba" userId="55db41ab6eb3f845" providerId="LiveId" clId="{0E19DA16-244C-5B50-BE0F-52911DD4CA7E}" dt="2026-08-06T18:58:59.192" v="741" actId="478"/>
          <ac:spMkLst>
            <pc:docMk/>
            <pc:sldMk cId="797649862" sldId="400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3:24.579" v="35" actId="20577"/>
          <ac:graphicFrameMkLst>
            <pc:docMk/>
            <pc:sldMk cId="797649862" sldId="400"/>
            <ac:graphicFrameMk id="5" creationId="{4B70F3A5-8062-29A2-30D0-2783CB3DFCCA}"/>
          </ac:graphicFrameMkLst>
        </pc:graphicFrameChg>
      </pc:sldChg>
      <pc:sldChg chg="delSp mod">
        <pc:chgData name="Rich Reba" userId="55db41ab6eb3f845" providerId="LiveId" clId="{0E19DA16-244C-5B50-BE0F-52911DD4CA7E}" dt="2026-08-06T18:58:54.911" v="739" actId="478"/>
        <pc:sldMkLst>
          <pc:docMk/>
          <pc:sldMk cId="1598126850" sldId="401"/>
        </pc:sldMkLst>
        <pc:spChg chg="del">
          <ac:chgData name="Rich Reba" userId="55db41ab6eb3f845" providerId="LiveId" clId="{0E19DA16-244C-5B50-BE0F-52911DD4CA7E}" dt="2026-08-06T18:58:54.911" v="739" actId="478"/>
          <ac:spMkLst>
            <pc:docMk/>
            <pc:sldMk cId="1598126850" sldId="401"/>
            <ac:spMk id="2" creationId="{BCAB5B48-B8F8-D8B0-3363-89BF14A47DA5}"/>
          </ac:spMkLst>
        </pc:spChg>
      </pc:sldChg>
      <pc:sldChg chg="delSp modSp mod">
        <pc:chgData name="Rich Reba" userId="55db41ab6eb3f845" providerId="LiveId" clId="{0E19DA16-244C-5B50-BE0F-52911DD4CA7E}" dt="2026-08-06T19:11:35.712" v="1163" actId="20577"/>
        <pc:sldMkLst>
          <pc:docMk/>
          <pc:sldMk cId="1483759223" sldId="403"/>
        </pc:sldMkLst>
        <pc:spChg chg="del">
          <ac:chgData name="Rich Reba" userId="55db41ab6eb3f845" providerId="LiveId" clId="{0E19DA16-244C-5B50-BE0F-52911DD4CA7E}" dt="2026-08-06T18:58:27.442" v="731" actId="478"/>
          <ac:spMkLst>
            <pc:docMk/>
            <pc:sldMk cId="1483759223" sldId="403"/>
            <ac:spMk id="2" creationId="{7B5B63BC-3120-923D-5436-DA830F4D5D86}"/>
          </ac:spMkLst>
        </pc:spChg>
        <pc:spChg chg="mod">
          <ac:chgData name="Rich Reba" userId="55db41ab6eb3f845" providerId="LiveId" clId="{0E19DA16-244C-5B50-BE0F-52911DD4CA7E}" dt="2026-08-06T19:11:35.712" v="1163" actId="20577"/>
          <ac:spMkLst>
            <pc:docMk/>
            <pc:sldMk cId="1483759223" sldId="403"/>
            <ac:spMk id="6" creationId="{F4337B15-7E23-2EDE-6CF5-D3B89F80D6EE}"/>
          </ac:spMkLst>
        </pc:spChg>
      </pc:sldChg>
      <pc:sldChg chg="delSp modSp mod">
        <pc:chgData name="Rich Reba" userId="55db41ab6eb3f845" providerId="LiveId" clId="{0E19DA16-244C-5B50-BE0F-52911DD4CA7E}" dt="2026-08-06T19:12:00.735" v="1190" actId="20577"/>
        <pc:sldMkLst>
          <pc:docMk/>
          <pc:sldMk cId="3748971185" sldId="404"/>
        </pc:sldMkLst>
        <pc:spChg chg="del">
          <ac:chgData name="Rich Reba" userId="55db41ab6eb3f845" providerId="LiveId" clId="{0E19DA16-244C-5B50-BE0F-52911DD4CA7E}" dt="2026-08-06T18:58:42.218" v="736" actId="478"/>
          <ac:spMkLst>
            <pc:docMk/>
            <pc:sldMk cId="3748971185" sldId="404"/>
            <ac:spMk id="2" creationId="{256364FD-CD4B-5575-E7D2-EA4F4665E6BC}"/>
          </ac:spMkLst>
        </pc:spChg>
        <pc:spChg chg="mod">
          <ac:chgData name="Rich Reba" userId="55db41ab6eb3f845" providerId="LiveId" clId="{0E19DA16-244C-5B50-BE0F-52911DD4CA7E}" dt="2026-08-06T19:12:00.735" v="1190" actId="20577"/>
          <ac:spMkLst>
            <pc:docMk/>
            <pc:sldMk cId="3748971185" sldId="404"/>
            <ac:spMk id="6" creationId="{9B95851A-A86B-94C8-AC0F-62639EF5B78F}"/>
          </ac:spMkLst>
        </pc:spChg>
      </pc:sldChg>
      <pc:sldChg chg="delSp modSp mod ord">
        <pc:chgData name="Rich Reba" userId="55db41ab6eb3f845" providerId="LiveId" clId="{0E19DA16-244C-5B50-BE0F-52911DD4CA7E}" dt="2026-08-06T19:13:17.674" v="1255" actId="20577"/>
        <pc:sldMkLst>
          <pc:docMk/>
          <pc:sldMk cId="635661509" sldId="405"/>
        </pc:sldMkLst>
        <pc:spChg chg="del">
          <ac:chgData name="Rich Reba" userId="55db41ab6eb3f845" providerId="LiveId" clId="{0E19DA16-244C-5B50-BE0F-52911DD4CA7E}" dt="2026-08-06T18:58:51.712" v="738" actId="478"/>
          <ac:spMkLst>
            <pc:docMk/>
            <pc:sldMk cId="635661509" sldId="405"/>
            <ac:spMk id="2" creationId="{E5478777-DA64-9B83-8C03-24B5170685D3}"/>
          </ac:spMkLst>
        </pc:spChg>
        <pc:spChg chg="mod">
          <ac:chgData name="Rich Reba" userId="55db41ab6eb3f845" providerId="LiveId" clId="{0E19DA16-244C-5B50-BE0F-52911DD4CA7E}" dt="2026-08-06T19:13:17.674" v="1255" actId="20577"/>
          <ac:spMkLst>
            <pc:docMk/>
            <pc:sldMk cId="635661509" sldId="405"/>
            <ac:spMk id="6" creationId="{E2FF06AE-D06F-A2CC-7814-895F8CA31E06}"/>
          </ac:spMkLst>
        </pc:spChg>
      </pc:sldChg>
      <pc:sldChg chg="delSp modSp mod ord">
        <pc:chgData name="Rich Reba" userId="55db41ab6eb3f845" providerId="LiveId" clId="{0E19DA16-244C-5B50-BE0F-52911DD4CA7E}" dt="2026-08-06T19:12:55.341" v="1227" actId="20578"/>
        <pc:sldMkLst>
          <pc:docMk/>
          <pc:sldMk cId="2348277429" sldId="406"/>
        </pc:sldMkLst>
        <pc:spChg chg="del">
          <ac:chgData name="Rich Reba" userId="55db41ab6eb3f845" providerId="LiveId" clId="{0E19DA16-244C-5B50-BE0F-52911DD4CA7E}" dt="2026-08-06T18:59:08.448" v="744" actId="478"/>
          <ac:spMkLst>
            <pc:docMk/>
            <pc:sldMk cId="2348277429" sldId="406"/>
            <ac:spMk id="2" creationId="{0A81DB07-1D33-EC9D-0BAF-6CBE9A3C7FD2}"/>
          </ac:spMkLst>
        </pc:spChg>
        <pc:spChg chg="mod">
          <ac:chgData name="Rich Reba" userId="55db41ab6eb3f845" providerId="LiveId" clId="{0E19DA16-244C-5B50-BE0F-52911DD4CA7E}" dt="2026-08-06T19:12:21.934" v="1225" actId="20577"/>
          <ac:spMkLst>
            <pc:docMk/>
            <pc:sldMk cId="2348277429" sldId="406"/>
            <ac:spMk id="6" creationId="{A775EEE6-C4D2-41AC-5ADA-44567F646CBC}"/>
          </ac:spMkLst>
        </pc:spChg>
        <pc:spChg chg="mod">
          <ac:chgData name="Rich Reba" userId="55db41ab6eb3f845" providerId="LiveId" clId="{0E19DA16-244C-5B50-BE0F-52911DD4CA7E}" dt="2026-08-06T19:12:18.523" v="1222" actId="14100"/>
          <ac:spMkLst>
            <pc:docMk/>
            <pc:sldMk cId="2348277429" sldId="406"/>
            <ac:spMk id="9" creationId="{5531CE66-9A8C-CD7A-3B1E-AACECB19FDC5}"/>
          </ac:spMkLst>
        </pc:spChg>
      </pc:sldChg>
      <pc:sldChg chg="delSp modSp del mod">
        <pc:chgData name="Rich Reba" userId="55db41ab6eb3f845" providerId="LiveId" clId="{0E19DA16-244C-5B50-BE0F-52911DD4CA7E}" dt="2026-08-06T19:12:57.416" v="1228" actId="2696"/>
        <pc:sldMkLst>
          <pc:docMk/>
          <pc:sldMk cId="1990316212" sldId="407"/>
        </pc:sldMkLst>
        <pc:spChg chg="del">
          <ac:chgData name="Rich Reba" userId="55db41ab6eb3f845" providerId="LiveId" clId="{0E19DA16-244C-5B50-BE0F-52911DD4CA7E}" dt="2026-08-06T18:59:23.284" v="749" actId="478"/>
          <ac:spMkLst>
            <pc:docMk/>
            <pc:sldMk cId="1990316212" sldId="407"/>
            <ac:spMk id="2" creationId="{2C6C1327-5F69-A48B-8F52-9C41FBC10335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990316212" sldId="407"/>
            <ac:spMk id="6" creationId="{CBE8DA7C-F70F-DAFA-61AA-BE49B8168F4E}"/>
          </ac:spMkLst>
        </pc:spChg>
      </pc:sldChg>
      <pc:sldChg chg="delSp modSp del mod">
        <pc:chgData name="Rich Reba" userId="55db41ab6eb3f845" providerId="LiveId" clId="{0E19DA16-244C-5B50-BE0F-52911DD4CA7E}" dt="2026-08-06T19:13:28.978" v="1256" actId="2696"/>
        <pc:sldMkLst>
          <pc:docMk/>
          <pc:sldMk cId="1127022654" sldId="408"/>
        </pc:sldMkLst>
        <pc:spChg chg="del">
          <ac:chgData name="Rich Reba" userId="55db41ab6eb3f845" providerId="LiveId" clId="{0E19DA16-244C-5B50-BE0F-52911DD4CA7E}" dt="2026-08-06T18:59:45.495" v="755" actId="478"/>
          <ac:spMkLst>
            <pc:docMk/>
            <pc:sldMk cId="1127022654" sldId="408"/>
            <ac:spMk id="2" creationId="{2F718659-9E92-DB57-5D05-71670796977D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127022654" sldId="408"/>
            <ac:spMk id="6" creationId="{68E8A7B6-C8A3-91B1-C3A0-85015C8AA20F}"/>
          </ac:spMkLst>
        </pc:spChg>
      </pc:sldChg>
      <pc:sldChg chg="delSp modSp mod ord">
        <pc:chgData name="Rich Reba" userId="55db41ab6eb3f845" providerId="LiveId" clId="{0E19DA16-244C-5B50-BE0F-52911DD4CA7E}" dt="2026-08-06T19:13:37.974" v="1258" actId="20578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6T18:59:49.237" v="756" actId="478"/>
          <ac:spMkLst>
            <pc:docMk/>
            <pc:sldMk cId="401125609" sldId="409"/>
            <ac:spMk id="2" creationId="{E1AC71C2-3A98-1EDD-95E0-0996A2B53388}"/>
          </ac:spMkLst>
        </pc:spChg>
        <pc:spChg chg="mod">
          <ac:chgData name="Rich Reba" userId="55db41ab6eb3f845" providerId="LiveId" clId="{0E19DA16-244C-5B50-BE0F-52911DD4CA7E}" dt="2026-08-06T16:56:15.491" v="92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Graphic">
          <ac:chgData name="Rich Reba" userId="55db41ab6eb3f845" providerId="LiveId" clId="{0E19DA16-244C-5B50-BE0F-52911DD4CA7E}" dt="2026-08-06T16:56:31.704" v="101" actId="20577"/>
          <ac:graphicFrameMkLst>
            <pc:docMk/>
            <pc:sldMk cId="401125609" sldId="409"/>
            <ac:graphicFrameMk id="5" creationId="{5855B0BF-5869-4C17-DDB9-4330FF90D640}"/>
          </ac:graphicFrameMkLst>
        </pc:graphicFrameChg>
      </pc:sldChg>
      <pc:sldChg chg="delSp mod">
        <pc:chgData name="Rich Reba" userId="55db41ab6eb3f845" providerId="LiveId" clId="{0E19DA16-244C-5B50-BE0F-52911DD4CA7E}" dt="2026-08-06T18:58:29.737" v="732" actId="478"/>
        <pc:sldMkLst>
          <pc:docMk/>
          <pc:sldMk cId="4221448727" sldId="412"/>
        </pc:sldMkLst>
        <pc:spChg chg="del">
          <ac:chgData name="Rich Reba" userId="55db41ab6eb3f845" providerId="LiveId" clId="{0E19DA16-244C-5B50-BE0F-52911DD4CA7E}" dt="2026-08-06T18:58:29.737" v="732" actId="478"/>
          <ac:spMkLst>
            <pc:docMk/>
            <pc:sldMk cId="4221448727" sldId="412"/>
            <ac:spMk id="2" creationId="{9B5EBED0-2DE7-7CD5-9F31-0BA4D2AE325D}"/>
          </ac:spMkLst>
        </pc:spChg>
      </pc:sldChg>
      <pc:sldChg chg="delSp mod">
        <pc:chgData name="Rich Reba" userId="55db41ab6eb3f845" providerId="LiveId" clId="{0E19DA16-244C-5B50-BE0F-52911DD4CA7E}" dt="2026-08-06T18:59:02.936" v="742" actId="478"/>
        <pc:sldMkLst>
          <pc:docMk/>
          <pc:sldMk cId="2432848383" sldId="414"/>
        </pc:sldMkLst>
        <pc:spChg chg="del">
          <ac:chgData name="Rich Reba" userId="55db41ab6eb3f845" providerId="LiveId" clId="{0E19DA16-244C-5B50-BE0F-52911DD4CA7E}" dt="2026-08-06T18:59:02.936" v="742" actId="478"/>
          <ac:spMkLst>
            <pc:docMk/>
            <pc:sldMk cId="2432848383" sldId="414"/>
            <ac:spMk id="2" creationId="{D57AE71C-2FC9-1FBC-19D6-92E0039AEF7D}"/>
          </ac:spMkLst>
        </pc:spChg>
      </pc:sldChg>
      <pc:sldChg chg="delSp mod ord">
        <pc:chgData name="Rich Reba" userId="55db41ab6eb3f845" providerId="LiveId" clId="{0E19DA16-244C-5B50-BE0F-52911DD4CA7E}" dt="2026-08-06T19:10:57.510" v="1136" actId="20578"/>
        <pc:sldMkLst>
          <pc:docMk/>
          <pc:sldMk cId="778364000" sldId="415"/>
        </pc:sldMkLst>
        <pc:spChg chg="del">
          <ac:chgData name="Rich Reba" userId="55db41ab6eb3f845" providerId="LiveId" clId="{0E19DA16-244C-5B50-BE0F-52911DD4CA7E}" dt="2026-08-06T18:59:16.610" v="747" actId="478"/>
          <ac:spMkLst>
            <pc:docMk/>
            <pc:sldMk cId="778364000" sldId="415"/>
            <ac:spMk id="2" creationId="{4AE0829C-5062-BA46-E8AF-7AF2F6F341D0}"/>
          </ac:spMkLst>
        </pc:spChg>
      </pc:sldChg>
      <pc:sldChg chg="delSp mod">
        <pc:chgData name="Rich Reba" userId="55db41ab6eb3f845" providerId="LiveId" clId="{0E19DA16-244C-5B50-BE0F-52911DD4CA7E}" dt="2026-08-06T18:58:36.383" v="734" actId="478"/>
        <pc:sldMkLst>
          <pc:docMk/>
          <pc:sldMk cId="2033129414" sldId="416"/>
        </pc:sldMkLst>
        <pc:spChg chg="del">
          <ac:chgData name="Rich Reba" userId="55db41ab6eb3f845" providerId="LiveId" clId="{0E19DA16-244C-5B50-BE0F-52911DD4CA7E}" dt="2026-08-06T18:58:36.383" v="734" actId="478"/>
          <ac:spMkLst>
            <pc:docMk/>
            <pc:sldMk cId="2033129414" sldId="416"/>
            <ac:spMk id="6" creationId="{F32EC156-DB74-96C9-E919-C71668652936}"/>
          </ac:spMkLst>
        </pc:spChg>
      </pc:sldChg>
      <pc:sldChg chg="ord">
        <pc:chgData name="Rich Reba" userId="55db41ab6eb3f845" providerId="LiveId" clId="{0E19DA16-244C-5B50-BE0F-52911DD4CA7E}" dt="2026-08-06T19:13:34.454" v="1257" actId="20578"/>
        <pc:sldMkLst>
          <pc:docMk/>
          <pc:sldMk cId="311973841" sldId="417"/>
        </pc:sldMkLst>
      </pc:sldChg>
      <pc:sldChg chg="delSp add del mod">
        <pc:chgData name="Rich Reba" userId="55db41ab6eb3f845" providerId="LiveId" clId="{0E19DA16-244C-5B50-BE0F-52911DD4CA7E}" dt="2026-08-06T19:13:49.506" v="1262" actId="2696"/>
        <pc:sldMkLst>
          <pc:docMk/>
          <pc:sldMk cId="4015092339" sldId="418"/>
        </pc:sldMkLst>
        <pc:spChg chg="del">
          <ac:chgData name="Rich Reba" userId="55db41ab6eb3f845" providerId="LiveId" clId="{0E19DA16-244C-5B50-BE0F-52911DD4CA7E}" dt="2026-08-06T18:59:34.708" v="752" actId="478"/>
          <ac:spMkLst>
            <pc:docMk/>
            <pc:sldMk cId="4015092339" sldId="418"/>
            <ac:spMk id="2" creationId="{462B9D62-4B92-3A8C-DA14-A225E2194D1F}"/>
          </ac:spMkLst>
        </pc:spChg>
      </pc:sldChg>
      <pc:sldChg chg="delSp add del mod">
        <pc:chgData name="Rich Reba" userId="55db41ab6eb3f845" providerId="LiveId" clId="{0E19DA16-244C-5B50-BE0F-52911DD4CA7E}" dt="2026-08-06T19:13:49.497" v="1261" actId="2696"/>
        <pc:sldMkLst>
          <pc:docMk/>
          <pc:sldMk cId="3381750306" sldId="419"/>
        </pc:sldMkLst>
        <pc:spChg chg="del">
          <ac:chgData name="Rich Reba" userId="55db41ab6eb3f845" providerId="LiveId" clId="{0E19DA16-244C-5B50-BE0F-52911DD4CA7E}" dt="2026-08-06T18:59:38.068" v="753" actId="478"/>
          <ac:spMkLst>
            <pc:docMk/>
            <pc:sldMk cId="3381750306" sldId="419"/>
            <ac:spMk id="2" creationId="{A837E304-B0E0-78B0-2263-1A31EE4658E7}"/>
          </ac:spMkLst>
        </pc:spChg>
      </pc:sldChg>
      <pc:sldChg chg="delSp add del mod">
        <pc:chgData name="Rich Reba" userId="55db41ab6eb3f845" providerId="LiveId" clId="{0E19DA16-244C-5B50-BE0F-52911DD4CA7E}" dt="2026-08-06T19:13:49.496" v="1260" actId="2696"/>
        <pc:sldMkLst>
          <pc:docMk/>
          <pc:sldMk cId="4209041106" sldId="420"/>
        </pc:sldMkLst>
        <pc:spChg chg="del">
          <ac:chgData name="Rich Reba" userId="55db41ab6eb3f845" providerId="LiveId" clId="{0E19DA16-244C-5B50-BE0F-52911DD4CA7E}" dt="2026-08-06T18:59:41.636" v="754" actId="478"/>
          <ac:spMkLst>
            <pc:docMk/>
            <pc:sldMk cId="4209041106" sldId="420"/>
            <ac:spMk id="2" creationId="{7FEDDB3B-2B33-FC16-9957-17D50DC8B784}"/>
          </ac:spMkLst>
        </pc:spChg>
      </pc:sldChg>
      <pc:sldChg chg="delSp add del mod">
        <pc:chgData name="Rich Reba" userId="55db41ab6eb3f845" providerId="LiveId" clId="{0E19DA16-244C-5B50-BE0F-52911DD4CA7E}" dt="2026-08-06T19:13:49.493" v="1259" actId="2696"/>
        <pc:sldMkLst>
          <pc:docMk/>
          <pc:sldMk cId="3765181648" sldId="421"/>
        </pc:sldMkLst>
        <pc:spChg chg="del">
          <ac:chgData name="Rich Reba" userId="55db41ab6eb3f845" providerId="LiveId" clId="{0E19DA16-244C-5B50-BE0F-52911DD4CA7E}" dt="2026-08-06T18:59:32.549" v="751" actId="478"/>
          <ac:spMkLst>
            <pc:docMk/>
            <pc:sldMk cId="3765181648" sldId="421"/>
            <ac:spMk id="2" creationId="{581D35DC-2D2E-4B81-D251-A66615F9BC3C}"/>
          </ac:spMkLst>
        </pc:spChg>
      </pc:sldChg>
      <pc:sldMasterChg chg="del">
        <pc:chgData name="Rich Reba" userId="55db41ab6eb3f845" providerId="LiveId" clId="{0E19DA16-244C-5B50-BE0F-52911DD4CA7E}" dt="2026-08-06T19:08:33.446" v="1129" actId="2696"/>
        <pc:sldMasterMkLst>
          <pc:docMk/>
          <pc:sldMasterMk cId="3149524428" sldId="2147483661"/>
        </pc:sldMasterMkLst>
      </pc:sldMasterChg>
      <pc:sldMasterChg chg="del">
        <pc:chgData name="Rich Reba" userId="55db41ab6eb3f845" providerId="LiveId" clId="{0E19DA16-244C-5B50-BE0F-52911DD4CA7E}" dt="2026-08-06T17:15:59.552" v="124" actId="2696"/>
        <pc:sldMasterMkLst>
          <pc:docMk/>
          <pc:sldMasterMk cId="3088172269" sldId="2147483674"/>
        </pc:sldMasterMkLst>
      </pc:sldMasterChg>
      <pc:sldMasterChg chg="del">
        <pc:chgData name="Rich Reba" userId="55db41ab6eb3f845" providerId="LiveId" clId="{0E19DA16-244C-5B50-BE0F-52911DD4CA7E}" dt="2026-08-06T19:13:49.513" v="1263" actId="2696"/>
        <pc:sldMasterMkLst>
          <pc:docMk/>
          <pc:sldMasterMk cId="808344323" sldId="2147483686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2412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D38E6667-9EA0-B46F-EA34-7E1E3D5B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EBA55BE-F27A-D6B2-D742-B94A1F9022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4840E0C-4CF2-21DC-1C04-F7CFEEBEA6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86923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1904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93634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67AEAB-65AA-1A15-D83F-4D9F3A58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B497584-7621-165E-C683-33A2DFB0C9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81DF046-C68C-DB2A-F622-BD330C28E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39338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67AEAB-65AA-1A15-D83F-4D9F3A58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B497584-7621-165E-C683-33A2DFB0C9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81DF046-C68C-DB2A-F622-BD330C28E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4385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  <p:sldLayoutId id="214748368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1765804/pdf/v013p0ii22.pdf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80" y="24384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80" y="2916936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507964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80" y="34290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Success Factors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83046"/>
              </p:ext>
            </p:extLst>
          </p:nvPr>
        </p:nvGraphicFramePr>
        <p:xfrm>
          <a:off x="192345" y="1803131"/>
          <a:ext cx="10844464" cy="4537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learn from other successful non-profit organizations who offer similar services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143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1737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subscriber, patron, and/or consortium leader must be easy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net value delivered by fee-based services / features must be self-evident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55199"/>
              </p:ext>
            </p:extLst>
          </p:nvPr>
        </p:nvGraphicFramePr>
        <p:xfrm>
          <a:off x="129323" y="1574795"/>
          <a:ext cx="11794453" cy="44529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65851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bring together stakeholders to connect and empower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Mentor a critical mass of Tech Services leaders on leading a movement that grows value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6261144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23268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549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people and organizations get the most value out of their investments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learn generatively how to solving vexing enterprise challenges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596139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Artificial Intelligence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Help Tech Services leaders use AI ethically and responsibly to help their industry and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3183943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863068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5409896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ECAF82E-5374-0B4F-1B87-BE9366670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37" y="2175973"/>
            <a:ext cx="806272" cy="80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UG logo ">
            <a:extLst>
              <a:ext uri="{FF2B5EF4-FFF2-40B4-BE49-F238E27FC236}">
                <a16:creationId xmlns:a16="http://schemas.microsoft.com/office/drawing/2014/main" id="{9412F3F4-9961-A04B-F29F-AE70F881B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5" y="4613806"/>
            <a:ext cx="1326816" cy="79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80" y="3976910"/>
            <a:ext cx="5696552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859826"/>
              </p:ext>
            </p:extLst>
          </p:nvPr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73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Horizon 1 Roadmap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74897"/>
              </p:ext>
            </p:extLst>
          </p:nvPr>
        </p:nvGraphicFramePr>
        <p:xfrm>
          <a:off x="410934" y="1560399"/>
          <a:ext cx="11370132" cy="48515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900682">
                <a:tc>
                  <a:txBody>
                    <a:bodyPr/>
                    <a:lstStyle/>
                    <a:p>
                      <a:r>
                        <a:rPr lang="en-US" sz="2000" b="1" dirty="0"/>
                        <a:t>All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1597007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Collaborators to 100 via the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Groups)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Collaborators to 300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Collaborators to 300 and then to 1,000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TSIA leaders how they help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Values</a:t>
            </a:r>
            <a:br>
              <a:rPr lang="en-US" dirty="0"/>
            </a:br>
            <a:r>
              <a:rPr lang="en-US" sz="2400" i="1" dirty="0"/>
              <a:t>Stakeholders appreciate and want to associate with our values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753516"/>
              </p:ext>
            </p:extLst>
          </p:nvPr>
        </p:nvGraphicFramePr>
        <p:xfrm>
          <a:off x="179831" y="2011680"/>
          <a:ext cx="10744201" cy="42184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099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693425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Helping Humanity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Making a meaningful contribution to our local and global community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Delighting Customers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Exceeding our collaborators’ and patrons’ expectations and making them happy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Supporting Colleagues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Empathizing with and respecting those who help us in our job, career, and vocations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Accelerating Success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Harnessing proven accelerators to continuously innovate, collaborate, ideate, learn, use AI, and grow value exponentially (we “drink our own champagne”)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884849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Being Trustworthy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Holding leaders accountable for ethical, legal, and financial responsibilities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335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689FB53-34E6-6D2E-A27A-7455602E4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D96EFA8-3456-DD1D-DE7A-A34ADC061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Working with AccelRR8 LLC</a:t>
            </a:r>
            <a:br>
              <a:rPr lang="en-US" dirty="0"/>
            </a:br>
            <a:r>
              <a:rPr lang="en-US" sz="2400" i="1" dirty="0"/>
              <a:t>Stakeholders appreciate and want to associate with our values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ECDCE81-629D-78C2-7157-705559E61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995" y="1670404"/>
            <a:ext cx="11010901" cy="4676167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sz="16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BEING TRUSTWORTHY </a:t>
            </a: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means we must be transparent about our ethical relationship with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AccelRR8 LLC is an independent for-profit business that is not an affiliate of the AccelRR8 Consortium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is a patron whose employees and associates are collaborators in the AccelRR8 Consortium Non-Profit</a:t>
            </a:r>
            <a:endParaRPr lang="en-US" sz="14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AccelRR8 LLC has granted an unlimited use license of the AccelRR8 Brand to the AccelRR8 Consortium Non-Profit in perpetuity without expiration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owns the AccelRR8 brand and its associated assets, including but not limited to logos, designs, tag lines, and templates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markets the AccelRR8 brand as Rich Reba’s personal brand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 the AccelRR8 Consortium Non-Profit succeeds, it will create demand for Non-Profit and For-Profit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Leaders who want to grow value exponentially themselves (“DIY”) can avail themselves of the Non-Profit’s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Leaders who want additional help growing value exponentially can get it from For-Profit businesses such as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the early days, if AccelRR8 LLC is seeing increased demand, it will indicate the Non-Profit is creating value for leaders because they are willing to pay to get help growing value exponentially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Consortium Non-Profit will continuously evaluate its strategy as it succeeds, for example: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acquire AccelRR8 LLC and operate similarly to OpenAI, where the non-profit owns the for-profit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maintain a symbiotic but independent relationship with AccelRR8 LLC similarly to SAP and the ASUG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re-brand, in which case AccelRR8 LLC will hopefully remain one of many patrons</a:t>
            </a:r>
          </a:p>
        </p:txBody>
      </p:sp>
    </p:spTree>
    <p:extLst>
      <p:ext uri="{BB962C8B-B14F-4D97-AF65-F5344CB8AC3E}">
        <p14:creationId xmlns:p14="http://schemas.microsoft.com/office/powerpoint/2010/main" val="778364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3980C4-4BE6-07DA-F1CD-3DD244140CAB}"/>
              </a:ext>
            </a:extLst>
          </p:cNvPr>
          <p:cNvSpPr/>
          <p:nvPr/>
        </p:nvSpPr>
        <p:spPr>
          <a:xfrm>
            <a:off x="6181344" y="2411775"/>
            <a:ext cx="4800346" cy="3693319"/>
          </a:xfrm>
          <a:prstGeom prst="rect">
            <a:avLst/>
          </a:prstGeom>
          <a:solidFill>
            <a:srgbClr val="00B050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CE555-DC28-09F5-F651-023C8D84D38F}"/>
              </a:ext>
            </a:extLst>
          </p:cNvPr>
          <p:cNvSpPr txBox="1"/>
          <p:nvPr/>
        </p:nvSpPr>
        <p:spPr>
          <a:xfrm>
            <a:off x="838197" y="1690688"/>
            <a:ext cx="84399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effectLst/>
                <a:latin typeface="-apple-system"/>
              </a:rPr>
              <a:t>Our consortium aspires to a </a:t>
            </a:r>
            <a:r>
              <a:rPr lang="en-US" sz="1800" b="1" i="0" dirty="0">
                <a:solidFill>
                  <a:srgbClr val="00B050"/>
                </a:solidFill>
                <a:effectLst/>
                <a:latin typeface="-apple-system"/>
              </a:rPr>
              <a:t>Generative Culture </a:t>
            </a:r>
            <a:r>
              <a:rPr lang="en-US" sz="1800" b="0" i="0" dirty="0">
                <a:effectLst/>
                <a:latin typeface="-apple-system"/>
              </a:rPr>
              <a:t>as introduced by </a:t>
            </a:r>
            <a:r>
              <a:rPr lang="en-US" sz="1800" b="0" i="0" dirty="0" err="1">
                <a:effectLst/>
                <a:latin typeface="-apple-system"/>
              </a:rPr>
              <a:t>Westrum</a:t>
            </a:r>
            <a:r>
              <a:rPr lang="en-US" sz="1800" b="0" i="0" dirty="0">
                <a:effectLst/>
                <a:latin typeface="-apple-system"/>
              </a:rPr>
              <a:t> in </a:t>
            </a:r>
            <a:r>
              <a:rPr lang="en-US" sz="1800" b="0" i="0" dirty="0">
                <a:effectLst/>
                <a:latin typeface="-apple-system"/>
                <a:hlinkClick r:id="rId3"/>
              </a:rPr>
              <a:t>https://www.ncbi.nlm.nih.gov/pmc/articles/PMC1765804/pdf/v013p0ii22.pdf</a:t>
            </a:r>
            <a:r>
              <a:rPr lang="en-US" sz="1800" b="0" i="0" dirty="0">
                <a:effectLst/>
                <a:latin typeface="-apple-system"/>
              </a:rPr>
              <a:t>  </a:t>
            </a:r>
          </a:p>
          <a:p>
            <a:endParaRPr lang="en-US" sz="1800" dirty="0">
              <a:latin typeface="-apple-system"/>
            </a:endParaRPr>
          </a:p>
        </p:txBody>
      </p:sp>
      <p:sp>
        <p:nvSpPr>
          <p:cNvPr id="9" name="Google Shape;96;p2">
            <a:extLst>
              <a:ext uri="{FF2B5EF4-FFF2-40B4-BE49-F238E27FC236}">
                <a16:creationId xmlns:a16="http://schemas.microsoft.com/office/drawing/2014/main" id="{B00CB9DB-EFD6-82D4-90BF-BD3A581BEA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Culture</a:t>
            </a:r>
            <a:br>
              <a:rPr lang="en-US" dirty="0"/>
            </a:br>
            <a:r>
              <a:rPr lang="en-US" sz="2400" i="1" dirty="0"/>
              <a:t>Stakeholders appreciate and want to associate with our culture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A6B20D-A028-3BF6-3B0C-33E8F4D45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73" y="2411775"/>
            <a:ext cx="4800346" cy="27848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4DB58-D516-15BE-6A13-E14149AC10C7}"/>
              </a:ext>
            </a:extLst>
          </p:cNvPr>
          <p:cNvSpPr txBox="1"/>
          <p:nvPr/>
        </p:nvSpPr>
        <p:spPr>
          <a:xfrm>
            <a:off x="6327649" y="2411775"/>
            <a:ext cx="46573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Characteristics of our culture: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Performance oriented (not power oriented)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High cooperation (not low)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Messengers are trained (not shot)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Risks are shared (not shirked)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Bridging is encouraged (not discouraged)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Failure leads to inquiry (not scapegoating)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Novelty is implemented (not crushed) </a:t>
            </a:r>
          </a:p>
          <a:p>
            <a:pPr marL="285750" indent="-285750">
              <a:buFontTx/>
              <a:buChar char="-"/>
            </a:pPr>
            <a:endParaRPr lang="en-US" sz="1800" dirty="0">
              <a:solidFill>
                <a:schemeClr val="bg1"/>
              </a:solidFill>
              <a:latin typeface="-apple-system"/>
            </a:endParaRPr>
          </a:p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Implies: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Diversity is welcome (not unwelcome)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Environment is safe (not hostile)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People are nice (not a-holes)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96A24-9AAA-1766-963B-CCC6F06E411C}"/>
              </a:ext>
            </a:extLst>
          </p:cNvPr>
          <p:cNvSpPr/>
          <p:nvPr/>
        </p:nvSpPr>
        <p:spPr>
          <a:xfrm>
            <a:off x="3889248" y="2804160"/>
            <a:ext cx="1572768" cy="2011680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67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Orientation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7671" y="1683815"/>
            <a:ext cx="8208266" cy="7689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GOAL-ORIENTED </a:t>
            </a:r>
            <a:r>
              <a:rPr lang="en-US" sz="3200" b="1" i="1" dirty="0">
                <a:solidFill>
                  <a:srgbClr val="C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US" sz="32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ROLE-ORIENTED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7573EF5-2EDE-3029-94B8-8CDE23805E90}"/>
              </a:ext>
            </a:extLst>
          </p:cNvPr>
          <p:cNvSpPr/>
          <p:nvPr/>
        </p:nvSpPr>
        <p:spPr>
          <a:xfrm>
            <a:off x="1127734" y="3383878"/>
            <a:ext cx="2209802" cy="220980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800" b="1" dirty="0"/>
              <a:t>GOAL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Help Tech Services </a:t>
            </a:r>
            <a:br>
              <a:rPr lang="en-US" dirty="0"/>
            </a:br>
            <a:r>
              <a:rPr lang="en-US" dirty="0"/>
              <a:t>Industry leaders </a:t>
            </a:r>
            <a:br>
              <a:rPr lang="en-US" dirty="0"/>
            </a:br>
            <a:r>
              <a:rPr lang="en-US" dirty="0"/>
              <a:t>Accelerate Success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12D584-8E54-6286-A42E-E88EB914FDC1}"/>
              </a:ext>
            </a:extLst>
          </p:cNvPr>
          <p:cNvSpPr/>
          <p:nvPr/>
        </p:nvSpPr>
        <p:spPr>
          <a:xfrm rot="5400000">
            <a:off x="4183062" y="-1127719"/>
            <a:ext cx="3609306" cy="1123299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4BE4F-6245-ED2D-EEE6-CD7C1A4521AE}"/>
              </a:ext>
            </a:extLst>
          </p:cNvPr>
          <p:cNvSpPr txBox="1"/>
          <p:nvPr/>
        </p:nvSpPr>
        <p:spPr>
          <a:xfrm>
            <a:off x="3337536" y="2990294"/>
            <a:ext cx="54361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Many Roles Share In This Goal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0DCA-A02B-4158-4AF7-6D7C44F38FEF}"/>
              </a:ext>
            </a:extLst>
          </p:cNvPr>
          <p:cNvSpPr txBox="1"/>
          <p:nvPr/>
        </p:nvSpPr>
        <p:spPr>
          <a:xfrm>
            <a:off x="3337536" y="3664673"/>
            <a:ext cx="81964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Product / Innovation / Technology Leaders are often directly responsible for helping their</a:t>
            </a:r>
            <a:br>
              <a:rPr lang="en-US" dirty="0"/>
            </a:br>
            <a:r>
              <a:rPr lang="en-US" dirty="0"/>
              <a:t>enterprises accelerate value; this Consortium could become their de facto community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However, </a:t>
            </a:r>
            <a:r>
              <a:rPr lang="en-US" b="1" dirty="0"/>
              <a:t>this isn’t a “CPO / CTO / CIO Consortium”</a:t>
            </a:r>
            <a:r>
              <a:rPr lang="en-US" dirty="0"/>
              <a:t> – it’s for any enterprising leader involved in </a:t>
            </a:r>
            <a:br>
              <a:rPr lang="en-US" dirty="0"/>
            </a:br>
            <a:r>
              <a:rPr lang="en-US" dirty="0"/>
              <a:t>helping their enterprises harness proven accelerators to </a:t>
            </a:r>
            <a:r>
              <a:rPr lang="en-US" b="1" dirty="0">
                <a:solidFill>
                  <a:srgbClr val="00B050"/>
                </a:solidFill>
              </a:rPr>
              <a:t>grow value exponentially at scale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Other leaders (Marketing, Sales, Operations, HR, Finance, Legal, etc.) also work with / support </a:t>
            </a:r>
            <a:br>
              <a:rPr lang="en-US" dirty="0"/>
            </a:br>
            <a:r>
              <a:rPr lang="en-US" dirty="0"/>
              <a:t>their enterprise’s products / innovations / technologies to help accelerate value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1268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061286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AE61F-C7FD-048D-F56B-F4A65ECD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87B305FC-4EA6-B2EF-7B32-59203C748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Model (1/2)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02158CA-58E9-99E5-1F52-3C3731523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137622"/>
              </p:ext>
            </p:extLst>
          </p:nvPr>
        </p:nvGraphicFramePr>
        <p:xfrm>
          <a:off x="472467" y="1792224"/>
          <a:ext cx="10978842" cy="4169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34074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614476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We fulfill our PURPOSE…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Helping Tech Services industry leaders work together to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accelerate success</a:t>
                      </a: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for themselves, their industry, and all humanity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…and actualize our VISION…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 Services industry leaders everywhere enjoying exponential success in their industry while helping humanity live increasingly better lives</a:t>
                      </a:r>
                      <a:endParaRPr lang="en-US" sz="14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…as we accomplish our MISSION…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Help enterprising Tech Services industry leaders harness proven accelerators</a:t>
                      </a: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to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grow value exponentially at scale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…by providing focused SERVICES…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Professional Networking, Open Knowledge Sharing, and Industry Innovation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91181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…that harness </a:t>
                      </a:r>
                      <a:br>
                        <a:rPr lang="en-US" sz="2000" b="1" dirty="0"/>
                      </a:br>
                      <a:r>
                        <a:rPr lang="en-US" sz="2000" b="1" dirty="0"/>
                        <a:t>EXPONENTIAL ACCELERATORS.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Compounding Innovation, Network Effects, Viral Ideation, and Generative Learning, all of which are “Powered By” Artificial Intelligence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284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AE61F-C7FD-048D-F56B-F4A65ECD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87B305FC-4EA6-B2EF-7B32-59203C748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Model (2/2)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02158CA-58E9-99E5-1F52-3C3731523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226057"/>
              </p:ext>
            </p:extLst>
          </p:nvPr>
        </p:nvGraphicFramePr>
        <p:xfrm>
          <a:off x="554790" y="1458974"/>
          <a:ext cx="10978842" cy="481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19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932688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WHO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Enterprising leaders in the Tech Services industry who are aligned with our values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MISSION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 Help enterprising Tech Services industry leaders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harness proven accelerators </a:t>
                      </a:r>
                      <a:r>
                        <a:rPr lang="en-US" sz="14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 grow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WHEN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Now and the foreseeable future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WHERE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Based in the US, benefiting all legally addressable locations globally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166022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PURPOSE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Helping Tech Services industry leaders work together to 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accelerate success</a:t>
                      </a:r>
                      <a:r>
                        <a:rPr lang="en-US" dirty="0"/>
                        <a:t> for themselves, their industry, and all humanity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VISION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</a:t>
                      </a:r>
                      <a:r>
                        <a:rPr lang="en-US" sz="1400" dirty="0">
                          <a:effectLst/>
                          <a:latin typeface="Helvetica Neue" panose="02000503000000020004" pitchFamily="2" charset="0"/>
                        </a:rPr>
                        <a:t>Tech Services industry leaders everywhere enjoying exponential success in their industry while helping humanity live increasingly better lives</a:t>
                      </a:r>
                    </a:p>
                    <a:p>
                      <a:pPr marL="0" indent="0">
                        <a:buNone/>
                      </a:pPr>
                      <a:endParaRPr lang="en-US" sz="1400" dirty="0">
                        <a:effectLst/>
                        <a:latin typeface="Helvetica Neue" panose="02000503000000020004" pitchFamily="2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AMBITION: </a:t>
                      </a:r>
                      <a:r>
                        <a:rPr lang="en-US" sz="1400" dirty="0"/>
                        <a:t>Be the consortium that Tech Services industry leaders credit with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generating exponential improvements in industry effectiveness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  <a:tr h="8723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HOW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SERVICES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</a:t>
                      </a:r>
                      <a:r>
                        <a:rPr lang="en-US" sz="1400" dirty="0">
                          <a:effectLst/>
                          <a:latin typeface="Helvetica Neue" panose="02000503000000020004" pitchFamily="2" charset="0"/>
                        </a:rPr>
                        <a:t>Professional Networking, Open Knowledge Sharing, and Industry Innovation</a:t>
                      </a:r>
                    </a:p>
                    <a:p>
                      <a:pPr marL="0" indent="0">
                        <a:buNone/>
                      </a:pPr>
                      <a:endParaRPr lang="en-US" dirty="0"/>
                    </a:p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EXPONENTIAL ACCELERATORS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Compounding Innovation, Network Effects, Viral Ideation, and Generative Learning, all of which are “Powered By” Artificial Intelligence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6456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822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46976</TotalTime>
  <Words>3180</Words>
  <Application>Microsoft Macintosh PowerPoint</Application>
  <PresentationFormat>Widescreen</PresentationFormat>
  <Paragraphs>344</Paragraphs>
  <Slides>22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-apple-system</vt:lpstr>
      <vt:lpstr>Aptos</vt:lpstr>
      <vt:lpstr>Arial</vt:lpstr>
      <vt:lpstr>Calibri</vt:lpstr>
      <vt:lpstr>Helvetica Neue</vt:lpstr>
      <vt:lpstr>Wingdings</vt:lpstr>
      <vt:lpstr>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AccelRR8 Consortium Strategy</vt:lpstr>
      <vt:lpstr>Consortium Opportunity</vt:lpstr>
      <vt:lpstr>Growing Value Exponentially</vt:lpstr>
      <vt:lpstr>AccelRR8 Consortium Strategy</vt:lpstr>
      <vt:lpstr>Consortium Success Factors</vt:lpstr>
      <vt:lpstr>Consortium Peers</vt:lpstr>
      <vt:lpstr>AccelRR8 Consortium Strategy</vt:lpstr>
      <vt:lpstr>Consortium 3-Horizon Impact Strategy Exponential Improvements in the Tech Services Industry</vt:lpstr>
      <vt:lpstr>PowerPoint Presentation</vt:lpstr>
      <vt:lpstr>Horizon 1 Roadmap</vt:lpstr>
      <vt:lpstr>Consortium Values Stakeholders appreciate and want to associate with our values</vt:lpstr>
      <vt:lpstr>Working with AccelRR8 LLC Stakeholders appreciate and want to associate with our values</vt:lpstr>
      <vt:lpstr>Consortium Culture Stakeholders appreciate and want to associate with our culture</vt:lpstr>
      <vt:lpstr>Consortium Orientation</vt:lpstr>
      <vt:lpstr>Consortium Services</vt:lpstr>
      <vt:lpstr>Consortium Model (1/2)</vt:lpstr>
      <vt:lpstr>Consortium Model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2026-08-06T19:14:07Z</dcterms:modified>
</cp:coreProperties>
</file>