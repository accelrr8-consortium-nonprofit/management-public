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80" r:id="rId4"/>
    <p:sldId id="274" r:id="rId5"/>
    <p:sldId id="421" r:id="rId6"/>
    <p:sldId id="418" r:id="rId7"/>
    <p:sldId id="419" r:id="rId8"/>
    <p:sldId id="420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E8140F-CF4F-784F-A798-6261C78414BC}" v="9" dt="2024-10-20T17:06:12.6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5741"/>
  </p:normalViewPr>
  <p:slideViewPr>
    <p:cSldViewPr snapToGrid="0">
      <p:cViewPr varScale="1">
        <p:scale>
          <a:sx n="100" d="100"/>
          <a:sy n="100" d="100"/>
        </p:scale>
        <p:origin x="80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customschemas.google.com/relationships/presentationmetadata" Target="metadata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8245d172-5b81-40f1-a13b-b71f02cd6700" providerId="ADAL" clId="{A87FC12F-AB8D-2143-91FA-AEA29C0A670D}"/>
    <pc:docChg chg="addSld delSld modSld">
      <pc:chgData name="Rich Reba" userId="8245d172-5b81-40f1-a13b-b71f02cd6700" providerId="ADAL" clId="{A87FC12F-AB8D-2143-91FA-AEA29C0A670D}" dt="2024-09-06T12:41:46.736" v="89" actId="2696"/>
      <pc:docMkLst>
        <pc:docMk/>
      </pc:docMkLst>
      <pc:sldChg chg="modSp mod">
        <pc:chgData name="Rich Reba" userId="8245d172-5b81-40f1-a13b-b71f02cd6700" providerId="ADAL" clId="{A87FC12F-AB8D-2143-91FA-AEA29C0A670D}" dt="2024-09-06T12:40:00.238" v="26" actId="20577"/>
        <pc:sldMkLst>
          <pc:docMk/>
          <pc:sldMk cId="0" sldId="256"/>
        </pc:sldMkLst>
        <pc:spChg chg="mod">
          <ac:chgData name="Rich Reba" userId="8245d172-5b81-40f1-a13b-b71f02cd6700" providerId="ADAL" clId="{A87FC12F-AB8D-2143-91FA-AEA29C0A670D}" dt="2024-09-06T12:40:00.238" v="26" actId="20577"/>
          <ac:spMkLst>
            <pc:docMk/>
            <pc:sldMk cId="0" sldId="256"/>
            <ac:spMk id="91" creationId="{00000000-0000-0000-0000-000000000000}"/>
          </ac:spMkLst>
        </pc:spChg>
      </pc:sldChg>
      <pc:sldChg chg="modSp del mod">
        <pc:chgData name="Rich Reba" userId="8245d172-5b81-40f1-a13b-b71f02cd6700" providerId="ADAL" clId="{A87FC12F-AB8D-2143-91FA-AEA29C0A670D}" dt="2024-09-06T12:41:46.736" v="89" actId="2696"/>
        <pc:sldMkLst>
          <pc:docMk/>
          <pc:sldMk cId="0" sldId="261"/>
        </pc:sldMkLst>
        <pc:spChg chg="mod">
          <ac:chgData name="Rich Reba" userId="8245d172-5b81-40f1-a13b-b71f02cd6700" providerId="ADAL" clId="{A87FC12F-AB8D-2143-91FA-AEA29C0A670D}" dt="2024-09-06T12:41:10.741" v="49" actId="20577"/>
          <ac:spMkLst>
            <pc:docMk/>
            <pc:sldMk cId="0" sldId="261"/>
            <ac:spMk id="125" creationId="{00000000-0000-0000-0000-000000000000}"/>
          </ac:spMkLst>
        </pc:spChg>
        <pc:spChg chg="mod">
          <ac:chgData name="Rich Reba" userId="8245d172-5b81-40f1-a13b-b71f02cd6700" providerId="ADAL" clId="{A87FC12F-AB8D-2143-91FA-AEA29C0A670D}" dt="2024-09-06T12:41:16.887" v="67" actId="20577"/>
          <ac:spMkLst>
            <pc:docMk/>
            <pc:sldMk cId="0" sldId="261"/>
            <ac:spMk id="126" creationId="{00000000-0000-0000-0000-000000000000}"/>
          </ac:spMkLst>
        </pc:spChg>
        <pc:spChg chg="mod">
          <ac:chgData name="Rich Reba" userId="8245d172-5b81-40f1-a13b-b71f02cd6700" providerId="ADAL" clId="{A87FC12F-AB8D-2143-91FA-AEA29C0A670D}" dt="2024-09-06T12:41:22.379" v="87" actId="20577"/>
          <ac:spMkLst>
            <pc:docMk/>
            <pc:sldMk cId="0" sldId="261"/>
            <ac:spMk id="127" creationId="{00000000-0000-0000-0000-000000000000}"/>
          </ac:spMkLst>
        </pc:spChg>
      </pc:sldChg>
      <pc:sldChg chg="modSp mod">
        <pc:chgData name="Rich Reba" userId="8245d172-5b81-40f1-a13b-b71f02cd6700" providerId="ADAL" clId="{A87FC12F-AB8D-2143-91FA-AEA29C0A670D}" dt="2024-09-06T12:39:14.997" v="13" actId="20577"/>
        <pc:sldMkLst>
          <pc:docMk/>
          <pc:sldMk cId="3116950362" sldId="266"/>
        </pc:sldMkLst>
        <pc:spChg chg="mod">
          <ac:chgData name="Rich Reba" userId="8245d172-5b81-40f1-a13b-b71f02cd6700" providerId="ADAL" clId="{A87FC12F-AB8D-2143-91FA-AEA29C0A670D}" dt="2024-09-06T12:39:14.997" v="13" actId="20577"/>
          <ac:spMkLst>
            <pc:docMk/>
            <pc:sldMk cId="3116950362" sldId="266"/>
            <ac:spMk id="2" creationId="{9A06CB37-E62A-FC21-D846-2CA34D765635}"/>
          </ac:spMkLst>
        </pc:spChg>
      </pc:sldChg>
      <pc:sldChg chg="modSp mod">
        <pc:chgData name="Rich Reba" userId="8245d172-5b81-40f1-a13b-b71f02cd6700" providerId="ADAL" clId="{A87FC12F-AB8D-2143-91FA-AEA29C0A670D}" dt="2024-09-06T12:40:48.255" v="34" actId="20577"/>
        <pc:sldMkLst>
          <pc:docMk/>
          <pc:sldMk cId="3187144136" sldId="270"/>
        </pc:sldMkLst>
        <pc:spChg chg="mod">
          <ac:chgData name="Rich Reba" userId="8245d172-5b81-40f1-a13b-b71f02cd6700" providerId="ADAL" clId="{A87FC12F-AB8D-2143-91FA-AEA29C0A670D}" dt="2024-09-06T12:40:48.255" v="34" actId="20577"/>
          <ac:spMkLst>
            <pc:docMk/>
            <pc:sldMk cId="3187144136" sldId="270"/>
            <ac:spMk id="96" creationId="{00000000-0000-0000-0000-000000000000}"/>
          </ac:spMkLst>
        </pc:spChg>
      </pc:sldChg>
      <pc:sldChg chg="add">
        <pc:chgData name="Rich Reba" userId="8245d172-5b81-40f1-a13b-b71f02cd6700" providerId="ADAL" clId="{A87FC12F-AB8D-2143-91FA-AEA29C0A670D}" dt="2024-09-06T12:41:38.669" v="88"/>
        <pc:sldMkLst>
          <pc:docMk/>
          <pc:sldMk cId="1656586467" sldId="274"/>
        </pc:sldMkLst>
      </pc:sldChg>
    </pc:docChg>
  </pc:docChgLst>
  <pc:docChgLst>
    <pc:chgData name="Guest User" userId="S::urn:spo:anon#fd4b742cd8e4185cfba9fd7815ded78ef24b1af987c19e2c377b36e176623014::" providerId="AD" clId="Web-{C43DD933-F1C1-26AD-2300-4C15AA65111E}"/>
    <pc:docChg chg="modSld">
      <pc:chgData name="Guest User" userId="S::urn:spo:anon#fd4b742cd8e4185cfba9fd7815ded78ef24b1af987c19e2c377b36e176623014::" providerId="AD" clId="Web-{C43DD933-F1C1-26AD-2300-4C15AA65111E}" dt="2024-04-11T21:00:57.716" v="111" actId="20577"/>
      <pc:docMkLst>
        <pc:docMk/>
      </pc:docMkLst>
      <pc:sldChg chg="modSp">
        <pc:chgData name="Guest User" userId="S::urn:spo:anon#fd4b742cd8e4185cfba9fd7815ded78ef24b1af987c19e2c377b36e176623014::" providerId="AD" clId="Web-{C43DD933-F1C1-26AD-2300-4C15AA65111E}" dt="2024-04-11T21:00:57.716" v="111" actId="20577"/>
        <pc:sldMkLst>
          <pc:docMk/>
          <pc:sldMk cId="2415387204" sldId="268"/>
        </pc:sldMkLst>
        <pc:spChg chg="mod">
          <ac:chgData name="Guest User" userId="S::urn:spo:anon#fd4b742cd8e4185cfba9fd7815ded78ef24b1af987c19e2c377b36e176623014::" providerId="AD" clId="Web-{C43DD933-F1C1-26AD-2300-4C15AA65111E}" dt="2024-04-11T20:59:48.211" v="101" actId="20577"/>
          <ac:spMkLst>
            <pc:docMk/>
            <pc:sldMk cId="2415387204" sldId="268"/>
            <ac:spMk id="2" creationId="{24893336-EFAD-8F8D-95B1-96F54358F645}"/>
          </ac:spMkLst>
        </pc:spChg>
        <pc:spChg chg="mod">
          <ac:chgData name="Guest User" userId="S::urn:spo:anon#fd4b742cd8e4185cfba9fd7815ded78ef24b1af987c19e2c377b36e176623014::" providerId="AD" clId="Web-{C43DD933-F1C1-26AD-2300-4C15AA65111E}" dt="2024-04-11T21:00:57.716" v="111" actId="20577"/>
          <ac:spMkLst>
            <pc:docMk/>
            <pc:sldMk cId="2415387204" sldId="268"/>
            <ac:spMk id="4" creationId="{BDC3AF1A-7A80-3B3D-294A-E26C982690C3}"/>
          </ac:spMkLst>
        </pc:spChg>
      </pc:sldChg>
      <pc:sldChg chg="modSp">
        <pc:chgData name="Guest User" userId="S::urn:spo:anon#fd4b742cd8e4185cfba9fd7815ded78ef24b1af987c19e2c377b36e176623014::" providerId="AD" clId="Web-{C43DD933-F1C1-26AD-2300-4C15AA65111E}" dt="2024-04-11T21:00:07.275" v="105" actId="20577"/>
        <pc:sldMkLst>
          <pc:docMk/>
          <pc:sldMk cId="776392155" sldId="269"/>
        </pc:sldMkLst>
        <pc:spChg chg="mod">
          <ac:chgData name="Guest User" userId="S::urn:spo:anon#fd4b742cd8e4185cfba9fd7815ded78ef24b1af987c19e2c377b36e176623014::" providerId="AD" clId="Web-{C43DD933-F1C1-26AD-2300-4C15AA65111E}" dt="2024-04-11T21:00:07.275" v="105" actId="20577"/>
          <ac:spMkLst>
            <pc:docMk/>
            <pc:sldMk cId="776392155" sldId="269"/>
            <ac:spMk id="2" creationId="{24893336-EFAD-8F8D-95B1-96F54358F645}"/>
          </ac:spMkLst>
        </pc:spChg>
        <pc:spChg chg="mod">
          <ac:chgData name="Guest User" userId="S::urn:spo:anon#fd4b742cd8e4185cfba9fd7815ded78ef24b1af987c19e2c377b36e176623014::" providerId="AD" clId="Web-{C43DD933-F1C1-26AD-2300-4C15AA65111E}" dt="2024-04-11T20:50:33.688" v="25" actId="20577"/>
          <ac:spMkLst>
            <pc:docMk/>
            <pc:sldMk cId="776392155" sldId="269"/>
            <ac:spMk id="4" creationId="{BDC3AF1A-7A80-3B3D-294A-E26C982690C3}"/>
          </ac:spMkLst>
        </pc:spChg>
      </pc:sldChg>
    </pc:docChg>
  </pc:docChgLst>
  <pc:docChgLst>
    <pc:chgData name="Rich Reba" userId="8245d172-5b81-40f1-a13b-b71f02cd6700" providerId="ADAL" clId="{E3E8140F-CF4F-784F-A798-6261C78414BC}"/>
    <pc:docChg chg="addSld delSld modSld">
      <pc:chgData name="Rich Reba" userId="8245d172-5b81-40f1-a13b-b71f02cd6700" providerId="ADAL" clId="{E3E8140F-CF4F-784F-A798-6261C78414BC}" dt="2024-10-20T17:06:25.304" v="33" actId="20577"/>
      <pc:docMkLst>
        <pc:docMk/>
      </pc:docMkLst>
      <pc:sldChg chg="modSp mod">
        <pc:chgData name="Rich Reba" userId="8245d172-5b81-40f1-a13b-b71f02cd6700" providerId="ADAL" clId="{E3E8140F-CF4F-784F-A798-6261C78414BC}" dt="2024-10-20T17:06:25.304" v="33" actId="20577"/>
        <pc:sldMkLst>
          <pc:docMk/>
          <pc:sldMk cId="0" sldId="256"/>
        </pc:sldMkLst>
        <pc:spChg chg="mod">
          <ac:chgData name="Rich Reba" userId="8245d172-5b81-40f1-a13b-b71f02cd6700" providerId="ADAL" clId="{E3E8140F-CF4F-784F-A798-6261C78414BC}" dt="2024-10-20T17:06:25.304" v="33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">
        <pc:chgData name="Rich Reba" userId="8245d172-5b81-40f1-a13b-b71f02cd6700" providerId="ADAL" clId="{E3E8140F-CF4F-784F-A798-6261C78414BC}" dt="2024-09-30T16:25:30.905" v="4" actId="2696"/>
        <pc:sldMkLst>
          <pc:docMk/>
          <pc:sldMk cId="3978776499" sldId="258"/>
        </pc:sldMkLst>
      </pc:sldChg>
      <pc:sldChg chg="del">
        <pc:chgData name="Rich Reba" userId="8245d172-5b81-40f1-a13b-b71f02cd6700" providerId="ADAL" clId="{E3E8140F-CF4F-784F-A798-6261C78414BC}" dt="2024-09-30T16:26:05.566" v="8" actId="2696"/>
        <pc:sldMkLst>
          <pc:docMk/>
          <pc:sldMk cId="3116950362" sldId="266"/>
        </pc:sldMkLst>
      </pc:sldChg>
      <pc:sldChg chg="del">
        <pc:chgData name="Rich Reba" userId="8245d172-5b81-40f1-a13b-b71f02cd6700" providerId="ADAL" clId="{E3E8140F-CF4F-784F-A798-6261C78414BC}" dt="2024-09-30T16:26:20.274" v="11" actId="2696"/>
        <pc:sldMkLst>
          <pc:docMk/>
          <pc:sldMk cId="2415387204" sldId="268"/>
        </pc:sldMkLst>
      </pc:sldChg>
      <pc:sldChg chg="del">
        <pc:chgData name="Rich Reba" userId="8245d172-5b81-40f1-a13b-b71f02cd6700" providerId="ADAL" clId="{E3E8140F-CF4F-784F-A798-6261C78414BC}" dt="2024-09-30T16:26:20.304" v="12" actId="2696"/>
        <pc:sldMkLst>
          <pc:docMk/>
          <pc:sldMk cId="776392155" sldId="269"/>
        </pc:sldMkLst>
      </pc:sldChg>
      <pc:sldChg chg="del">
        <pc:chgData name="Rich Reba" userId="8245d172-5b81-40f1-a13b-b71f02cd6700" providerId="ADAL" clId="{E3E8140F-CF4F-784F-A798-6261C78414BC}" dt="2024-09-30T16:26:20.237" v="10" actId="2696"/>
        <pc:sldMkLst>
          <pc:docMk/>
          <pc:sldMk cId="3187144136" sldId="270"/>
        </pc:sldMkLst>
      </pc:sldChg>
      <pc:sldChg chg="add del">
        <pc:chgData name="Rich Reba" userId="8245d172-5b81-40f1-a13b-b71f02cd6700" providerId="ADAL" clId="{E3E8140F-CF4F-784F-A798-6261C78414BC}" dt="2024-10-20T17:05:28.768" v="14" actId="2696"/>
        <pc:sldMkLst>
          <pc:docMk/>
          <pc:sldMk cId="4274695656" sldId="273"/>
        </pc:sldMkLst>
      </pc:sldChg>
      <pc:sldChg chg="add del">
        <pc:chgData name="Rich Reba" userId="8245d172-5b81-40f1-a13b-b71f02cd6700" providerId="ADAL" clId="{E3E8140F-CF4F-784F-A798-6261C78414BC}" dt="2024-10-20T17:05:46.540" v="15"/>
        <pc:sldMkLst>
          <pc:docMk/>
          <pc:sldMk cId="1656586467" sldId="274"/>
        </pc:sldMkLst>
      </pc:sldChg>
      <pc:sldChg chg="add del">
        <pc:chgData name="Rich Reba" userId="8245d172-5b81-40f1-a13b-b71f02cd6700" providerId="ADAL" clId="{E3E8140F-CF4F-784F-A798-6261C78414BC}" dt="2024-10-20T17:05:55.615" v="16" actId="2696"/>
        <pc:sldMkLst>
          <pc:docMk/>
          <pc:sldMk cId="1014860174" sldId="275"/>
        </pc:sldMkLst>
      </pc:sldChg>
      <pc:sldChg chg="add del">
        <pc:chgData name="Rich Reba" userId="8245d172-5b81-40f1-a13b-b71f02cd6700" providerId="ADAL" clId="{E3E8140F-CF4F-784F-A798-6261C78414BC}" dt="2024-10-20T17:06:18.035" v="20" actId="2696"/>
        <pc:sldMkLst>
          <pc:docMk/>
          <pc:sldMk cId="2630761179" sldId="276"/>
        </pc:sldMkLst>
      </pc:sldChg>
      <pc:sldChg chg="add del">
        <pc:chgData name="Rich Reba" userId="8245d172-5b81-40f1-a13b-b71f02cd6700" providerId="ADAL" clId="{E3E8140F-CF4F-784F-A798-6261C78414BC}" dt="2024-10-20T17:06:18.071" v="23" actId="2696"/>
        <pc:sldMkLst>
          <pc:docMk/>
          <pc:sldMk cId="3631427551" sldId="277"/>
        </pc:sldMkLst>
      </pc:sldChg>
      <pc:sldChg chg="add del">
        <pc:chgData name="Rich Reba" userId="8245d172-5b81-40f1-a13b-b71f02cd6700" providerId="ADAL" clId="{E3E8140F-CF4F-784F-A798-6261C78414BC}" dt="2024-10-20T17:06:18.041" v="22" actId="2696"/>
        <pc:sldMkLst>
          <pc:docMk/>
          <pc:sldMk cId="1975804621" sldId="278"/>
        </pc:sldMkLst>
      </pc:sldChg>
      <pc:sldChg chg="add del">
        <pc:chgData name="Rich Reba" userId="8245d172-5b81-40f1-a13b-b71f02cd6700" providerId="ADAL" clId="{E3E8140F-CF4F-784F-A798-6261C78414BC}" dt="2024-10-20T17:06:18.038" v="21" actId="2696"/>
        <pc:sldMkLst>
          <pc:docMk/>
          <pc:sldMk cId="963432354" sldId="279"/>
        </pc:sldMkLst>
      </pc:sldChg>
      <pc:sldChg chg="add">
        <pc:chgData name="Rich Reba" userId="8245d172-5b81-40f1-a13b-b71f02cd6700" providerId="ADAL" clId="{E3E8140F-CF4F-784F-A798-6261C78414BC}" dt="2024-10-20T17:05:06.767" v="13"/>
        <pc:sldMkLst>
          <pc:docMk/>
          <pc:sldMk cId="3472351846" sldId="280"/>
        </pc:sldMkLst>
      </pc:sldChg>
      <pc:sldChg chg="add del">
        <pc:chgData name="Rich Reba" userId="8245d172-5b81-40f1-a13b-b71f02cd6700" providerId="ADAL" clId="{E3E8140F-CF4F-784F-A798-6261C78414BC}" dt="2024-10-20T17:06:12.691" v="19"/>
        <pc:sldMkLst>
          <pc:docMk/>
          <pc:sldMk cId="4015092339" sldId="418"/>
        </pc:sldMkLst>
      </pc:sldChg>
      <pc:sldChg chg="add del">
        <pc:chgData name="Rich Reba" userId="8245d172-5b81-40f1-a13b-b71f02cd6700" providerId="ADAL" clId="{E3E8140F-CF4F-784F-A798-6261C78414BC}" dt="2024-10-20T17:06:12.691" v="19"/>
        <pc:sldMkLst>
          <pc:docMk/>
          <pc:sldMk cId="3381750306" sldId="419"/>
        </pc:sldMkLst>
      </pc:sldChg>
      <pc:sldChg chg="add del">
        <pc:chgData name="Rich Reba" userId="8245d172-5b81-40f1-a13b-b71f02cd6700" providerId="ADAL" clId="{E3E8140F-CF4F-784F-A798-6261C78414BC}" dt="2024-10-20T17:06:12.691" v="19"/>
        <pc:sldMkLst>
          <pc:docMk/>
          <pc:sldMk cId="4209041106" sldId="420"/>
        </pc:sldMkLst>
      </pc:sldChg>
      <pc:sldChg chg="add del">
        <pc:chgData name="Rich Reba" userId="8245d172-5b81-40f1-a13b-b71f02cd6700" providerId="ADAL" clId="{E3E8140F-CF4F-784F-A798-6261C78414BC}" dt="2024-10-20T17:06:12.691" v="19"/>
        <pc:sldMkLst>
          <pc:docMk/>
          <pc:sldMk cId="3765181648" sldId="421"/>
        </pc:sldMkLst>
      </pc:sldChg>
    </pc:docChg>
  </pc:docChgLst>
  <pc:docChgLst>
    <pc:chgData name="Rich Reba" userId="8245d172-5b81-40f1-a13b-b71f02cd6700" providerId="ADAL" clId="{60D9D739-388A-EC45-A717-9D9D656169A8}"/>
    <pc:docChg chg="undo custSel modSld modMainMaster">
      <pc:chgData name="Rich Reba" userId="8245d172-5b81-40f1-a13b-b71f02cd6700" providerId="ADAL" clId="{60D9D739-388A-EC45-A717-9D9D656169A8}" dt="2024-04-17T14:09:56.788" v="338" actId="1076"/>
      <pc:docMkLst>
        <pc:docMk/>
      </pc:docMkLst>
      <pc:sldChg chg="addSp modSp mod">
        <pc:chgData name="Rich Reba" userId="8245d172-5b81-40f1-a13b-b71f02cd6700" providerId="ADAL" clId="{60D9D739-388A-EC45-A717-9D9D656169A8}" dt="2024-04-17T12:40:59.400" v="325"/>
        <pc:sldMkLst>
          <pc:docMk/>
          <pc:sldMk cId="0" sldId="256"/>
        </pc:sldMkLst>
        <pc:spChg chg="add mod">
          <ac:chgData name="Rich Reba" userId="8245d172-5b81-40f1-a13b-b71f02cd6700" providerId="ADAL" clId="{60D9D739-388A-EC45-A717-9D9D656169A8}" dt="2024-04-17T12:40:59.400" v="325"/>
          <ac:spMkLst>
            <pc:docMk/>
            <pc:sldMk cId="0" sldId="256"/>
            <ac:spMk id="2" creationId="{00C41C28-1F72-7447-74D3-F57B36646C52}"/>
          </ac:spMkLst>
        </pc:spChg>
        <pc:spChg chg="mod">
          <ac:chgData name="Rich Reba" userId="8245d172-5b81-40f1-a13b-b71f02cd6700" providerId="ADAL" clId="{60D9D739-388A-EC45-A717-9D9D656169A8}" dt="2024-04-11T15:13:11.515" v="227" actId="20577"/>
          <ac:spMkLst>
            <pc:docMk/>
            <pc:sldMk cId="0" sldId="256"/>
            <ac:spMk id="91" creationId="{00000000-0000-0000-0000-000000000000}"/>
          </ac:spMkLst>
        </pc:spChg>
      </pc:sldChg>
      <pc:sldChg chg="addSp modSp">
        <pc:chgData name="Rich Reba" userId="8245d172-5b81-40f1-a13b-b71f02cd6700" providerId="ADAL" clId="{60D9D739-388A-EC45-A717-9D9D656169A8}" dt="2024-04-17T12:41:02.280" v="326"/>
        <pc:sldMkLst>
          <pc:docMk/>
          <pc:sldMk cId="0" sldId="257"/>
        </pc:sldMkLst>
        <pc:spChg chg="add mod">
          <ac:chgData name="Rich Reba" userId="8245d172-5b81-40f1-a13b-b71f02cd6700" providerId="ADAL" clId="{60D9D739-388A-EC45-A717-9D9D656169A8}" dt="2024-04-17T12:41:02.280" v="326"/>
          <ac:spMkLst>
            <pc:docMk/>
            <pc:sldMk cId="0" sldId="257"/>
            <ac:spMk id="2" creationId="{2F16A1F0-E195-BF45-032B-42BF906BEC9A}"/>
          </ac:spMkLst>
        </pc:spChg>
      </pc:sldChg>
      <pc:sldChg chg="addSp modSp">
        <pc:chgData name="Rich Reba" userId="8245d172-5b81-40f1-a13b-b71f02cd6700" providerId="ADAL" clId="{60D9D739-388A-EC45-A717-9D9D656169A8}" dt="2024-04-17T12:41:03.717" v="327"/>
        <pc:sldMkLst>
          <pc:docMk/>
          <pc:sldMk cId="3978776499" sldId="258"/>
        </pc:sldMkLst>
        <pc:spChg chg="add mod">
          <ac:chgData name="Rich Reba" userId="8245d172-5b81-40f1-a13b-b71f02cd6700" providerId="ADAL" clId="{60D9D739-388A-EC45-A717-9D9D656169A8}" dt="2024-04-17T12:41:03.717" v="327"/>
          <ac:spMkLst>
            <pc:docMk/>
            <pc:sldMk cId="3978776499" sldId="258"/>
            <ac:spMk id="2" creationId="{4B602561-35D8-AF27-76E9-EB18F18FC081}"/>
          </ac:spMkLst>
        </pc:spChg>
      </pc:sldChg>
      <pc:sldChg chg="addSp modSp mod">
        <pc:chgData name="Rich Reba" userId="8245d172-5b81-40f1-a13b-b71f02cd6700" providerId="ADAL" clId="{60D9D739-388A-EC45-A717-9D9D656169A8}" dt="2024-04-17T14:09:56.788" v="338" actId="1076"/>
        <pc:sldMkLst>
          <pc:docMk/>
          <pc:sldMk cId="0" sldId="261"/>
        </pc:sldMkLst>
        <pc:spChg chg="mod">
          <ac:chgData name="Rich Reba" userId="8245d172-5b81-40f1-a13b-b71f02cd6700" providerId="ADAL" clId="{60D9D739-388A-EC45-A717-9D9D656169A8}" dt="2024-04-17T12:41:50.657" v="337" actId="1035"/>
          <ac:spMkLst>
            <pc:docMk/>
            <pc:sldMk cId="0" sldId="261"/>
            <ac:spMk id="2" creationId="{F873F706-F21B-C4E5-89FE-6AD1081A3B22}"/>
          </ac:spMkLst>
        </pc:spChg>
        <pc:spChg chg="mod">
          <ac:chgData name="Rich Reba" userId="8245d172-5b81-40f1-a13b-b71f02cd6700" providerId="ADAL" clId="{60D9D739-388A-EC45-A717-9D9D656169A8}" dt="2024-04-17T12:41:42.555" v="334" actId="1076"/>
          <ac:spMkLst>
            <pc:docMk/>
            <pc:sldMk cId="0" sldId="261"/>
            <ac:spMk id="3" creationId="{5540E7CC-A43F-F841-1206-B147ACBCCB27}"/>
          </ac:spMkLst>
        </pc:spChg>
        <pc:spChg chg="mod">
          <ac:chgData name="Rich Reba" userId="8245d172-5b81-40f1-a13b-b71f02cd6700" providerId="ADAL" clId="{60D9D739-388A-EC45-A717-9D9D656169A8}" dt="2024-04-17T12:41:42.555" v="334" actId="1076"/>
          <ac:spMkLst>
            <pc:docMk/>
            <pc:sldMk cId="0" sldId="261"/>
            <ac:spMk id="4" creationId="{B9064C34-40EA-C253-0D0E-C0C13C469F4C}"/>
          </ac:spMkLst>
        </pc:spChg>
        <pc:spChg chg="mod">
          <ac:chgData name="Rich Reba" userId="8245d172-5b81-40f1-a13b-b71f02cd6700" providerId="ADAL" clId="{60D9D739-388A-EC45-A717-9D9D656169A8}" dt="2024-04-17T12:41:42.555" v="334" actId="1076"/>
          <ac:spMkLst>
            <pc:docMk/>
            <pc:sldMk cId="0" sldId="261"/>
            <ac:spMk id="5" creationId="{D1FD20BC-CB04-64F2-3AD7-DD7C18E0B798}"/>
          </ac:spMkLst>
        </pc:spChg>
        <pc:spChg chg="add mod">
          <ac:chgData name="Rich Reba" userId="8245d172-5b81-40f1-a13b-b71f02cd6700" providerId="ADAL" clId="{60D9D739-388A-EC45-A717-9D9D656169A8}" dt="2024-04-17T12:41:05.731" v="328"/>
          <ac:spMkLst>
            <pc:docMk/>
            <pc:sldMk cId="0" sldId="261"/>
            <ac:spMk id="6" creationId="{CF348359-6A33-94C2-7023-E826A712A5B3}"/>
          </ac:spMkLst>
        </pc:spChg>
        <pc:spChg chg="mod">
          <ac:chgData name="Rich Reba" userId="8245d172-5b81-40f1-a13b-b71f02cd6700" providerId="ADAL" clId="{60D9D739-388A-EC45-A717-9D9D656169A8}" dt="2024-04-17T12:41:42.555" v="334" actId="1076"/>
          <ac:spMkLst>
            <pc:docMk/>
            <pc:sldMk cId="0" sldId="261"/>
            <ac:spMk id="125" creationId="{00000000-0000-0000-0000-000000000000}"/>
          </ac:spMkLst>
        </pc:spChg>
        <pc:spChg chg="mod">
          <ac:chgData name="Rich Reba" userId="8245d172-5b81-40f1-a13b-b71f02cd6700" providerId="ADAL" clId="{60D9D739-388A-EC45-A717-9D9D656169A8}" dt="2024-04-17T12:41:42.555" v="334" actId="1076"/>
          <ac:spMkLst>
            <pc:docMk/>
            <pc:sldMk cId="0" sldId="261"/>
            <ac:spMk id="126" creationId="{00000000-0000-0000-0000-000000000000}"/>
          </ac:spMkLst>
        </pc:spChg>
        <pc:spChg chg="mod">
          <ac:chgData name="Rich Reba" userId="8245d172-5b81-40f1-a13b-b71f02cd6700" providerId="ADAL" clId="{60D9D739-388A-EC45-A717-9D9D656169A8}" dt="2024-04-17T12:41:42.555" v="334" actId="1076"/>
          <ac:spMkLst>
            <pc:docMk/>
            <pc:sldMk cId="0" sldId="261"/>
            <ac:spMk id="127" creationId="{00000000-0000-0000-0000-000000000000}"/>
          </ac:spMkLst>
        </pc:spChg>
        <pc:spChg chg="mod">
          <ac:chgData name="Rich Reba" userId="8245d172-5b81-40f1-a13b-b71f02cd6700" providerId="ADAL" clId="{60D9D739-388A-EC45-A717-9D9D656169A8}" dt="2024-04-17T12:41:42.555" v="334" actId="1076"/>
          <ac:spMkLst>
            <pc:docMk/>
            <pc:sldMk cId="0" sldId="261"/>
            <ac:spMk id="128" creationId="{00000000-0000-0000-0000-000000000000}"/>
          </ac:spMkLst>
        </pc:spChg>
        <pc:spChg chg="mod">
          <ac:chgData name="Rich Reba" userId="8245d172-5b81-40f1-a13b-b71f02cd6700" providerId="ADAL" clId="{60D9D739-388A-EC45-A717-9D9D656169A8}" dt="2024-04-17T12:41:42.555" v="334" actId="1076"/>
          <ac:spMkLst>
            <pc:docMk/>
            <pc:sldMk cId="0" sldId="261"/>
            <ac:spMk id="129" creationId="{00000000-0000-0000-0000-000000000000}"/>
          </ac:spMkLst>
        </pc:spChg>
        <pc:spChg chg="mod">
          <ac:chgData name="Rich Reba" userId="8245d172-5b81-40f1-a13b-b71f02cd6700" providerId="ADAL" clId="{60D9D739-388A-EC45-A717-9D9D656169A8}" dt="2024-04-17T14:09:56.788" v="338" actId="1076"/>
          <ac:spMkLst>
            <pc:docMk/>
            <pc:sldMk cId="0" sldId="261"/>
            <ac:spMk id="130" creationId="{00000000-0000-0000-0000-000000000000}"/>
          </ac:spMkLst>
        </pc:spChg>
        <pc:picChg chg="mod">
          <ac:chgData name="Rich Reba" userId="8245d172-5b81-40f1-a13b-b71f02cd6700" providerId="ADAL" clId="{60D9D739-388A-EC45-A717-9D9D656169A8}" dt="2024-04-17T12:41:42.555" v="334" actId="1076"/>
          <ac:picMkLst>
            <pc:docMk/>
            <pc:sldMk cId="0" sldId="261"/>
            <ac:picMk id="122" creationId="{00000000-0000-0000-0000-000000000000}"/>
          </ac:picMkLst>
        </pc:picChg>
        <pc:cxnChg chg="mod">
          <ac:chgData name="Rich Reba" userId="8245d172-5b81-40f1-a13b-b71f02cd6700" providerId="ADAL" clId="{60D9D739-388A-EC45-A717-9D9D656169A8}" dt="2024-04-17T12:41:42.555" v="334" actId="1076"/>
          <ac:cxnSpMkLst>
            <pc:docMk/>
            <pc:sldMk cId="0" sldId="261"/>
            <ac:cxnSpMk id="123" creationId="{00000000-0000-0000-0000-000000000000}"/>
          </ac:cxnSpMkLst>
        </pc:cxnChg>
        <pc:cxnChg chg="mod">
          <ac:chgData name="Rich Reba" userId="8245d172-5b81-40f1-a13b-b71f02cd6700" providerId="ADAL" clId="{60D9D739-388A-EC45-A717-9D9D656169A8}" dt="2024-04-17T12:41:42.555" v="334" actId="1076"/>
          <ac:cxnSpMkLst>
            <pc:docMk/>
            <pc:sldMk cId="0" sldId="261"/>
            <ac:cxnSpMk id="124" creationId="{00000000-0000-0000-0000-000000000000}"/>
          </ac:cxnSpMkLst>
        </pc:cxnChg>
      </pc:sldChg>
      <pc:sldChg chg="addSp modSp mod">
        <pc:chgData name="Rich Reba" userId="8245d172-5b81-40f1-a13b-b71f02cd6700" providerId="ADAL" clId="{60D9D739-388A-EC45-A717-9D9D656169A8}" dt="2024-04-17T12:41:16.525" v="329"/>
        <pc:sldMkLst>
          <pc:docMk/>
          <pc:sldMk cId="3116950362" sldId="266"/>
        </pc:sldMkLst>
        <pc:spChg chg="mod">
          <ac:chgData name="Rich Reba" userId="8245d172-5b81-40f1-a13b-b71f02cd6700" providerId="ADAL" clId="{60D9D739-388A-EC45-A717-9D9D656169A8}" dt="2024-04-11T15:10:44.357" v="12" actId="20577"/>
          <ac:spMkLst>
            <pc:docMk/>
            <pc:sldMk cId="3116950362" sldId="266"/>
            <ac:spMk id="2" creationId="{9A06CB37-E62A-FC21-D846-2CA34D765635}"/>
          </ac:spMkLst>
        </pc:spChg>
        <pc:spChg chg="add mod">
          <ac:chgData name="Rich Reba" userId="8245d172-5b81-40f1-a13b-b71f02cd6700" providerId="ADAL" clId="{60D9D739-388A-EC45-A717-9D9D656169A8}" dt="2024-04-17T12:41:16.525" v="329"/>
          <ac:spMkLst>
            <pc:docMk/>
            <pc:sldMk cId="3116950362" sldId="266"/>
            <ac:spMk id="5" creationId="{50DE682C-B2CC-FE62-BE58-681A023CC53A}"/>
          </ac:spMkLst>
        </pc:spChg>
      </pc:sldChg>
      <pc:sldChg chg="addSp modSp mod">
        <pc:chgData name="Rich Reba" userId="8245d172-5b81-40f1-a13b-b71f02cd6700" providerId="ADAL" clId="{60D9D739-388A-EC45-A717-9D9D656169A8}" dt="2024-04-17T12:41:19.972" v="331"/>
        <pc:sldMkLst>
          <pc:docMk/>
          <pc:sldMk cId="2415387204" sldId="268"/>
        </pc:sldMkLst>
        <pc:spChg chg="mod">
          <ac:chgData name="Rich Reba" userId="8245d172-5b81-40f1-a13b-b71f02cd6700" providerId="ADAL" clId="{60D9D739-388A-EC45-A717-9D9D656169A8}" dt="2024-04-11T15:16:04.397" v="246" actId="20577"/>
          <ac:spMkLst>
            <pc:docMk/>
            <pc:sldMk cId="2415387204" sldId="268"/>
            <ac:spMk id="2" creationId="{24893336-EFAD-8F8D-95B1-96F54358F645}"/>
          </ac:spMkLst>
        </pc:spChg>
        <pc:spChg chg="add mod">
          <ac:chgData name="Rich Reba" userId="8245d172-5b81-40f1-a13b-b71f02cd6700" providerId="ADAL" clId="{60D9D739-388A-EC45-A717-9D9D656169A8}" dt="2024-04-17T12:41:19.972" v="331"/>
          <ac:spMkLst>
            <pc:docMk/>
            <pc:sldMk cId="2415387204" sldId="268"/>
            <ac:spMk id="3" creationId="{0CD92F1A-FB21-C970-803A-D38AA597980B}"/>
          </ac:spMkLst>
        </pc:spChg>
        <pc:spChg chg="mod">
          <ac:chgData name="Rich Reba" userId="8245d172-5b81-40f1-a13b-b71f02cd6700" providerId="ADAL" clId="{60D9D739-388A-EC45-A717-9D9D656169A8}" dt="2024-04-11T15:12:15.383" v="167" actId="20577"/>
          <ac:spMkLst>
            <pc:docMk/>
            <pc:sldMk cId="2415387204" sldId="268"/>
            <ac:spMk id="4" creationId="{BDC3AF1A-7A80-3B3D-294A-E26C982690C3}"/>
          </ac:spMkLst>
        </pc:spChg>
      </pc:sldChg>
      <pc:sldChg chg="addSp modSp mod">
        <pc:chgData name="Rich Reba" userId="8245d172-5b81-40f1-a13b-b71f02cd6700" providerId="ADAL" clId="{60D9D739-388A-EC45-A717-9D9D656169A8}" dt="2024-04-17T12:41:21.216" v="332"/>
        <pc:sldMkLst>
          <pc:docMk/>
          <pc:sldMk cId="776392155" sldId="269"/>
        </pc:sldMkLst>
        <pc:spChg chg="add mod">
          <ac:chgData name="Rich Reba" userId="8245d172-5b81-40f1-a13b-b71f02cd6700" providerId="ADAL" clId="{60D9D739-388A-EC45-A717-9D9D656169A8}" dt="2024-04-17T12:41:21.216" v="332"/>
          <ac:spMkLst>
            <pc:docMk/>
            <pc:sldMk cId="776392155" sldId="269"/>
            <ac:spMk id="3" creationId="{3AC3D8D8-38A0-C48E-FDC6-0C699C99499D}"/>
          </ac:spMkLst>
        </pc:spChg>
        <pc:spChg chg="mod">
          <ac:chgData name="Rich Reba" userId="8245d172-5b81-40f1-a13b-b71f02cd6700" providerId="ADAL" clId="{60D9D739-388A-EC45-A717-9D9D656169A8}" dt="2024-04-11T15:12:50.442" v="219" actId="20577"/>
          <ac:spMkLst>
            <pc:docMk/>
            <pc:sldMk cId="776392155" sldId="269"/>
            <ac:spMk id="4" creationId="{BDC3AF1A-7A80-3B3D-294A-E26C982690C3}"/>
          </ac:spMkLst>
        </pc:spChg>
      </pc:sldChg>
      <pc:sldChg chg="addSp modSp mod">
        <pc:chgData name="Rich Reba" userId="8245d172-5b81-40f1-a13b-b71f02cd6700" providerId="ADAL" clId="{60D9D739-388A-EC45-A717-9D9D656169A8}" dt="2024-04-17T12:41:18.159" v="330"/>
        <pc:sldMkLst>
          <pc:docMk/>
          <pc:sldMk cId="3187144136" sldId="270"/>
        </pc:sldMkLst>
        <pc:spChg chg="mod">
          <ac:chgData name="Rich Reba" userId="8245d172-5b81-40f1-a13b-b71f02cd6700" providerId="ADAL" clId="{60D9D739-388A-EC45-A717-9D9D656169A8}" dt="2024-04-11T15:11:55.294" v="128" actId="20577"/>
          <ac:spMkLst>
            <pc:docMk/>
            <pc:sldMk cId="3187144136" sldId="270"/>
            <ac:spMk id="2" creationId="{24893336-EFAD-8F8D-95B1-96F54358F645}"/>
          </ac:spMkLst>
        </pc:spChg>
        <pc:spChg chg="add mod">
          <ac:chgData name="Rich Reba" userId="8245d172-5b81-40f1-a13b-b71f02cd6700" providerId="ADAL" clId="{60D9D739-388A-EC45-A717-9D9D656169A8}" dt="2024-04-17T12:41:18.159" v="330"/>
          <ac:spMkLst>
            <pc:docMk/>
            <pc:sldMk cId="3187144136" sldId="270"/>
            <ac:spMk id="3" creationId="{08217BC1-7953-7479-12F3-ACC0B3E653CB}"/>
          </ac:spMkLst>
        </pc:spChg>
        <pc:spChg chg="mod">
          <ac:chgData name="Rich Reba" userId="8245d172-5b81-40f1-a13b-b71f02cd6700" providerId="ADAL" clId="{60D9D739-388A-EC45-A717-9D9D656169A8}" dt="2024-04-11T15:11:31.512" v="73" actId="20577"/>
          <ac:spMkLst>
            <pc:docMk/>
            <pc:sldMk cId="3187144136" sldId="270"/>
            <ac:spMk id="4" creationId="{BDC3AF1A-7A80-3B3D-294A-E26C982690C3}"/>
          </ac:spMkLst>
        </pc:spChg>
      </pc:sldChg>
      <pc:sldMasterChg chg="modSp mod">
        <pc:chgData name="Rich Reba" userId="8245d172-5b81-40f1-a13b-b71f02cd6700" providerId="ADAL" clId="{60D9D739-388A-EC45-A717-9D9D656169A8}" dt="2024-04-17T12:40:40.333" v="324" actId="20577"/>
        <pc:sldMasterMkLst>
          <pc:docMk/>
          <pc:sldMasterMk cId="0" sldId="2147483648"/>
        </pc:sldMasterMkLst>
        <pc:spChg chg="mod">
          <ac:chgData name="Rich Reba" userId="8245d172-5b81-40f1-a13b-b71f02cd6700" providerId="ADAL" clId="{60D9D739-388A-EC45-A717-9D9D656169A8}" dt="2024-04-17T12:40:40.333" v="324" actId="20577"/>
          <ac:spMkLst>
            <pc:docMk/>
            <pc:sldMasterMk cId="0" sldId="2147483648"/>
            <ac:spMk id="9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80787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5629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A2F5C556-55B8-E0E6-F161-D65206EF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D20EB983-F39F-21C4-CFC2-71E5BDEA05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E164D73-BBDD-33F4-8D41-9B2A1319D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7151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2FB6541-D063-53B5-8C82-04241734F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30E71D39-E271-BD80-EA92-8FA48E9DDC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28EC1A7-EB58-05B3-ADAC-CF4ED0B018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4575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2FDB2AF3-4D07-C802-D2DA-BA11FAC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CC90531-669B-6E06-520D-9798EF2742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8F0A7277-3C2C-D4A5-A495-21497A80F7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085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ADA9A9D-DA8D-313E-C7EA-81FB3C428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468FF3B-14A1-97BE-C84B-CF4C6BD7DB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CC176F6-A71A-8290-07C5-A247D37007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0015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7704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6" r:id="rId6"/>
    <p:sldLayoutId id="2147483657" r:id="rId7"/>
    <p:sldLayoutId id="2147483658" r:id="rId8"/>
    <p:sldLayoutId id="2147483659" r:id="rId9"/>
    <p:sldLayoutId id="214748366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325526" y="2785676"/>
            <a:ext cx="9540948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Organizational Plan for </a:t>
            </a:r>
            <a:br>
              <a:rPr lang="en-US" dirty="0"/>
            </a:br>
            <a:r>
              <a:rPr lang="en-US" dirty="0"/>
              <a:t>AccelRR8 Consortium Non-Profit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Rich Reba, President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October 20, 2024</a:t>
            </a:r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00C41C28-1F72-7447-74D3-F57B36646C5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Contents</a:t>
            </a:r>
            <a:endParaRPr dirty="0"/>
          </a:p>
        </p:txBody>
      </p:sp>
      <p:sp>
        <p:nvSpPr>
          <p:cNvPr id="97" name="Google Shape;97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Ambition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Impact Strategy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Leadership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Offerings &amp; Benefits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Building Momentum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Finance &amp; Responsibility</a:t>
            </a:r>
            <a:endParaRPr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2F16A1F0-E195-BF45-032B-42BF906BEC9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Ambition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dirty="0"/>
              <a:t>Who we are</a:t>
            </a:r>
          </a:p>
          <a:p>
            <a:r>
              <a:rPr lang="en-US" sz="1800" dirty="0"/>
              <a:t>Technology Services Industry Consortium </a:t>
            </a:r>
          </a:p>
          <a:p>
            <a:r>
              <a:rPr lang="en-US" sz="1800" dirty="0"/>
              <a:t>Founded in December 2023</a:t>
            </a:r>
          </a:p>
          <a:p>
            <a:r>
              <a:rPr lang="en-US" sz="1800" dirty="0"/>
              <a:t>Non-Profit Organization registered in Maryland</a:t>
            </a:r>
          </a:p>
          <a:p>
            <a:r>
              <a:rPr lang="en-US" sz="1800" dirty="0"/>
              <a:t>Rich Reba, President, is a former Fortune 200 </a:t>
            </a:r>
            <a:br>
              <a:rPr lang="en-US" sz="1800" dirty="0"/>
            </a:br>
            <a:r>
              <a:rPr lang="en-US" sz="1800" dirty="0"/>
              <a:t>C-suite Executive and Tech Consulting GM with current certifications (AI, Agile, CPO, etc.)</a:t>
            </a:r>
          </a:p>
          <a:p>
            <a:r>
              <a:rPr lang="en-US" sz="1800" dirty="0"/>
              <a:t>Licensed to use Rich Reba’s personal AccelRR8 brand, owned by AccelRR8 LLC</a:t>
            </a:r>
          </a:p>
          <a:p>
            <a:r>
              <a:rPr lang="en-US" sz="1800" dirty="0"/>
              <a:t>AccelRR8 LLC, a for-profit company, is not an affiliate.  It is a patron whose employees and associates are collaborators in the consortium</a:t>
            </a:r>
          </a:p>
          <a:p>
            <a:r>
              <a:rPr lang="en-US" sz="1800" dirty="0"/>
              <a:t>Asset-light with very low overhead costs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DCB550-ECF5-EE2D-D835-8F66E64FAB2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198" y="1825625"/>
            <a:ext cx="5576779" cy="4351338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/>
              <a:t>What we want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Mission</a:t>
            </a:r>
            <a:r>
              <a:rPr lang="en-US" sz="1800" dirty="0"/>
              <a:t> is to </a:t>
            </a:r>
            <a:r>
              <a:rPr lang="en-US" sz="1800" dirty="0">
                <a:solidFill>
                  <a:schemeClr val="tx1"/>
                </a:solidFill>
              </a:rPr>
              <a:t>help enterprising Tech Services industry leaders harness proven accelerators</a:t>
            </a:r>
            <a:r>
              <a:rPr lang="en-US" sz="1800" dirty="0"/>
              <a:t> to </a:t>
            </a:r>
            <a:r>
              <a:rPr lang="en-US" sz="1800" b="1" dirty="0">
                <a:solidFill>
                  <a:srgbClr val="00B050"/>
                </a:solidFill>
              </a:rPr>
              <a:t>grow value exponentially at scale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Purpose</a:t>
            </a:r>
            <a:r>
              <a:rPr lang="en-US" sz="1800" b="1" dirty="0"/>
              <a:t> </a:t>
            </a:r>
            <a:r>
              <a:rPr lang="en-US" sz="1800" dirty="0"/>
              <a:t>is helping Tech Services industry leaders work together </a:t>
            </a:r>
            <a:r>
              <a:rPr lang="en-US" sz="1800" b="1" dirty="0">
                <a:solidFill>
                  <a:srgbClr val="00B050"/>
                </a:solidFill>
              </a:rPr>
              <a:t>to accelerate success</a:t>
            </a:r>
            <a:r>
              <a:rPr lang="en-US" sz="1800" dirty="0"/>
              <a:t> for themselves, their industry, and all humanity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Vision</a:t>
            </a:r>
            <a:r>
              <a:rPr lang="en-US" sz="1800" dirty="0"/>
              <a:t> is Tech Services industry leaders everywhere enjoying exponential success in their industry while helping humanity live increasingly better lives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Ambition</a:t>
            </a:r>
            <a:r>
              <a:rPr lang="en-US" sz="1800" dirty="0"/>
              <a:t> is to be the consortium that Tech Services industry leaders credit with </a:t>
            </a:r>
            <a:r>
              <a:rPr lang="en-US" sz="1800" b="1" dirty="0">
                <a:solidFill>
                  <a:srgbClr val="00B050"/>
                </a:solidFill>
              </a:rPr>
              <a:t>generating exponential improvements in industry effectiveness and impact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4B602561-35D8-AF27-76E9-EB18F18FC08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2351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3-Horizon Impact Strategy</a:t>
            </a:r>
            <a:br>
              <a:rPr lang="en-US" dirty="0"/>
            </a:br>
            <a:r>
              <a:rPr lang="en-US" sz="2400" i="1" dirty="0"/>
              <a:t>Exponential Improvements in the Tech Services Industry</a:t>
            </a:r>
            <a:endParaRPr i="1" dirty="0"/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1073220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/>
          <p:cNvCxnSpPr/>
          <p:nvPr/>
        </p:nvCxnSpPr>
        <p:spPr>
          <a:xfrm>
            <a:off x="4421187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/>
          <p:cNvCxnSpPr/>
          <p:nvPr/>
        </p:nvCxnSpPr>
        <p:spPr>
          <a:xfrm>
            <a:off x="8136080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/>
          <p:cNvSpPr txBox="1"/>
          <p:nvPr/>
        </p:nvSpPr>
        <p:spPr>
          <a:xfrm>
            <a:off x="1051955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Pack a Snowball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1:  2024-2025</a:t>
            </a:r>
            <a:endParaRPr sz="1200" dirty="0"/>
          </a:p>
        </p:txBody>
      </p:sp>
      <p:sp>
        <p:nvSpPr>
          <p:cNvPr id="126" name="Google Shape;126;p5"/>
          <p:cNvSpPr txBox="1"/>
          <p:nvPr/>
        </p:nvSpPr>
        <p:spPr>
          <a:xfrm>
            <a:off x="4293588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Roll it Downhill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2:  2026-2027</a:t>
            </a:r>
            <a:endParaRPr sz="1200" dirty="0"/>
          </a:p>
        </p:txBody>
      </p:sp>
      <p:sp>
        <p:nvSpPr>
          <p:cNvPr id="127" name="Google Shape;127;p5"/>
          <p:cNvSpPr txBox="1"/>
          <p:nvPr/>
        </p:nvSpPr>
        <p:spPr>
          <a:xfrm>
            <a:off x="8167975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Trigger an Avalanche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HORIZON 3:  2028-2030</a:t>
            </a:r>
            <a:endParaRPr sz="1200"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179826" y="2812327"/>
            <a:ext cx="3241634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1,000 Collaborators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Prioritize Industry Challenges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 Patron Organizations</a:t>
            </a:r>
          </a:p>
        </p:txBody>
      </p:sp>
      <p:sp>
        <p:nvSpPr>
          <p:cNvPr id="129" name="Google Shape;129;p5"/>
          <p:cNvSpPr txBox="1"/>
          <p:nvPr/>
        </p:nvSpPr>
        <p:spPr>
          <a:xfrm>
            <a:off x="4507675" y="2812327"/>
            <a:ext cx="4101935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3,000 Collaborators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Explore Exponential Solutions to Challenges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 Patron Organizations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 txBox="1"/>
          <p:nvPr/>
        </p:nvSpPr>
        <p:spPr>
          <a:xfrm>
            <a:off x="8200753" y="2812327"/>
            <a:ext cx="3650218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10,000 Collaborators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Generative Learning:  Scale Solutions Across the Industry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Patron Organizations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73F706-F21B-C4E5-89FE-6AD1081A3B22}"/>
              </a:ext>
            </a:extLst>
          </p:cNvPr>
          <p:cNvSpPr txBox="1"/>
          <p:nvPr/>
        </p:nvSpPr>
        <p:spPr>
          <a:xfrm>
            <a:off x="1197995" y="1551355"/>
            <a:ext cx="10451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exponential improvements in Tech Services industry production inputs will yield exponentially better industry outputs and </a:t>
            </a:r>
            <a:br>
              <a:rPr lang="en-US" dirty="0"/>
            </a:br>
            <a:r>
              <a:rPr lang="en-US" dirty="0"/>
              <a:t>outcomes. This will become more self-evident as each exponential solution is proven and then scaled virally across the industry.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0E7CC-A43F-F841-1206-B147ACBCCB27}"/>
              </a:ext>
            </a:extLst>
          </p:cNvPr>
          <p:cNvSpPr/>
          <p:nvPr/>
        </p:nvSpPr>
        <p:spPr>
          <a:xfrm>
            <a:off x="144411" y="2812327"/>
            <a:ext cx="938205" cy="6676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Professional Networking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064C34-40EA-C253-0D0E-C0C13C469F4C}"/>
              </a:ext>
            </a:extLst>
          </p:cNvPr>
          <p:cNvSpPr/>
          <p:nvPr/>
        </p:nvSpPr>
        <p:spPr>
          <a:xfrm>
            <a:off x="144411" y="3624698"/>
            <a:ext cx="938205" cy="10748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Open Knowledge Sharing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D20BC-CB04-64F2-3AD7-DD7C18E0B798}"/>
              </a:ext>
            </a:extLst>
          </p:cNvPr>
          <p:cNvSpPr/>
          <p:nvPr/>
        </p:nvSpPr>
        <p:spPr>
          <a:xfrm>
            <a:off x="144411" y="4844223"/>
            <a:ext cx="938205" cy="1107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Industry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Innovation</a:t>
            </a:r>
          </a:p>
        </p:txBody>
      </p:sp>
      <p:sp>
        <p:nvSpPr>
          <p:cNvPr id="6" name="Google Shape;9;p8">
            <a:extLst>
              <a:ext uri="{FF2B5EF4-FFF2-40B4-BE49-F238E27FC236}">
                <a16:creationId xmlns:a16="http://schemas.microsoft.com/office/drawing/2014/main" id="{CF348359-6A33-94C2-7023-E826A712A5B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383E72-5712-6890-5BCF-A96C3035781E}"/>
              </a:ext>
            </a:extLst>
          </p:cNvPr>
          <p:cNvSpPr txBox="1"/>
          <p:nvPr/>
        </p:nvSpPr>
        <p:spPr>
          <a:xfrm>
            <a:off x="257598" y="2493747"/>
            <a:ext cx="6751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Services</a:t>
            </a:r>
          </a:p>
        </p:txBody>
      </p:sp>
    </p:spTree>
    <p:extLst>
      <p:ext uri="{BB962C8B-B14F-4D97-AF65-F5344CB8AC3E}">
        <p14:creationId xmlns:p14="http://schemas.microsoft.com/office/powerpoint/2010/main" val="1656586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921D3DE-C547-6D2F-36A4-B895D0EFE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3FDC1CF0-9080-B700-A3DD-FABBDF64DF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Leadership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F256E9-2562-2DB8-B11B-ABE07084E41A}"/>
              </a:ext>
            </a:extLst>
          </p:cNvPr>
          <p:cNvGraphicFramePr>
            <a:graphicFrameLocks noGrp="1"/>
          </p:cNvGraphicFramePr>
          <p:nvPr/>
        </p:nvGraphicFramePr>
        <p:xfrm>
          <a:off x="410934" y="1560399"/>
          <a:ext cx="11258552" cy="395038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233706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2414016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2610830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Founding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Horizons 2 and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3634848"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Former Fortune 200 Global Chief Product Officer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Led 10,000+ employees, governed $1B+ annual investment, and consolidated 100+ offerings to stabilize the merger of tech giants HP-E and CSC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Former Fortune 500 Global Chief Digital Officer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Led Digital Transformation mobilizing 50,000+ employees to generate exponentially better products, services, financials, and inspiration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Current Consulting Business Owner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Holds CPO, AI, and Agile certifications from Kellogg, MIT, NVIDIA, and Scaled Agile 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Formalize Board of Directors and Advisory Boards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Identify consortium leaders for: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Products (Consortium Services)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Demand Generation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Customer Acquisition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Service Fulfillment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additional consortium leaders for Integration, People, Finance, Technology, 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Property, and Responsibility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581D35DC-2D2E-4B81-D251-A66615F9BC3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pic>
        <p:nvPicPr>
          <p:cNvPr id="3" name="Google Shape;110;p4" descr="Rich Reba">
            <a:extLst>
              <a:ext uri="{FF2B5EF4-FFF2-40B4-BE49-F238E27FC236}">
                <a16:creationId xmlns:a16="http://schemas.microsoft.com/office/drawing/2014/main" id="{823E1205-2460-7723-EC56-A1AB9E9926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2514" y="2044138"/>
            <a:ext cx="1163927" cy="11639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374FE3-BA22-E0E5-6980-B36DA85CD2EF}"/>
              </a:ext>
            </a:extLst>
          </p:cNvPr>
          <p:cNvSpPr txBox="1"/>
          <p:nvPr/>
        </p:nvSpPr>
        <p:spPr>
          <a:xfrm>
            <a:off x="1798021" y="2174695"/>
            <a:ext cx="13837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Rich Reba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President</a:t>
            </a:r>
          </a:p>
        </p:txBody>
      </p:sp>
    </p:spTree>
    <p:extLst>
      <p:ext uri="{BB962C8B-B14F-4D97-AF65-F5344CB8AC3E}">
        <p14:creationId xmlns:p14="http://schemas.microsoft.com/office/powerpoint/2010/main" val="3765181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E3204CB1-B8BD-9DC7-0760-805743329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DE011D4-C7DC-F1B6-D621-610E79DFE0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Services and Benefits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35B1283-057C-D1F9-667A-3EEBAC74BD47}"/>
              </a:ext>
            </a:extLst>
          </p:cNvPr>
          <p:cNvGraphicFramePr>
            <a:graphicFrameLocks noGrp="1"/>
          </p:cNvGraphicFramePr>
          <p:nvPr/>
        </p:nvGraphicFramePr>
        <p:xfrm>
          <a:off x="410934" y="1560399"/>
          <a:ext cx="11370131" cy="394265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152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3243943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265714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3028951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get exposure to other professionals with a common interest in helping the tech services industry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impress potential clients and employers by contributing to a non-profit that benefits the tech services industry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bounce relevant ideas off the consortium network, and benefit from ideas shared by others in the network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Consortium leaders and paid subscribers impress potential clients and employers by helping to curate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Paid subscribers impress potential clients and employers by publishing synopses of potential challenges, and exponential solutions to priority challenges,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Paid subscribers publish synopses of proven exponential solutions to priority challenges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586848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Patron organizations begin investing to explore potential solutions for priority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Patron organizations invest to scale proven solutions for priority challenges across the industry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462B9D62-4B92-3A8C-DA14-A225E2194D1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5092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66EE5AE-C5CE-93B0-55EF-D1BEC8C36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F34D7B2E-C24E-2FC1-6042-2C0F5A4C2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Building Momentum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17F50A2-0C5F-7265-363E-DF79C62015E0}"/>
              </a:ext>
            </a:extLst>
          </p:cNvPr>
          <p:cNvGraphicFramePr>
            <a:graphicFrameLocks noGrp="1"/>
          </p:cNvGraphicFramePr>
          <p:nvPr/>
        </p:nvGraphicFramePr>
        <p:xfrm>
          <a:off x="410934" y="1560399"/>
          <a:ext cx="11258552" cy="318228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02186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145536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2610830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2866752"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Rich Reba meet with friends to establish the initial consortium network and Board of Directors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Launch the consortium on LinkedIn with a critical mass of consortium collaborators who begin identifying potential challenges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and initial collaborators reach out to colleagues to expand the network to 1,000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invite a subset of influencers to participate in advisory boards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and advisory board members identify 3 initial patron organizations who make grants to fund Industry Innovation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Professional Networking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Leader helps collaborators reach out to colleagues to triple the size of the network to 3,000 members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Open Knowledge Sharing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works with paid subscribers to develop the AccelRR8 Body of Knowledge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Industry Innovation Leader 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works with patron organizations and paid subscribers to explore potential exponential solutions to priority challenges 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Product Leader 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donations and grants to advertise the impact the consortium is beginning to have on the industry, expanding to 30 patrons and 10,000 collaborators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A837E304-B0E0-78B0-2263-1A31EE4658E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81750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4DA6CD27-9E25-727A-BAF4-DE5B8187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2A7EE97C-9354-67AA-BD7E-DF3C7509E1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Finance and Responsibility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C1DA23-72BB-F2F4-A1A5-6F5D3E4CFD56}"/>
              </a:ext>
            </a:extLst>
          </p:cNvPr>
          <p:cNvGraphicFramePr>
            <a:graphicFrameLocks noGrp="1"/>
          </p:cNvGraphicFramePr>
          <p:nvPr/>
        </p:nvGraphicFramePr>
        <p:xfrm>
          <a:off x="410934" y="1560399"/>
          <a:ext cx="11258552" cy="278441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1450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2987040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5610062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801584"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Rich Reba invests to register AccelRR8 Consortium as a non-profit organization in Maryland, file taxes, and ensure compliance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Leadership positions and activities are filled by volunteers who donate time/money/resources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3 organizations become initial patrons by making modest grants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Professional Networking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enrolls a subset of collaborators as paid subscribers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Industry Innovation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persuades 10 organizations to become patrons by making modest grants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Initial funds are used for marketing and to explore potential exponential solutions to priority Tech Services industry challenges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persuades 30 organizations to become patrons by making grants in a tiered structure (diamond, gold, silver, etc.)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grant funds to scale proven exponential solutions 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Product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donations and grants to fund media and analyst relations activities 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Certain leadership, marketing, and support activities are filled by paid employees on a part-time or full-time basis depending on the nature and criticality of the work (e.g., treasury, compliance)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7FEDDB3B-2B33-FC16-9957-17D50DC8B78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09041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8826</TotalTime>
  <Words>1040</Words>
  <Application>Microsoft Macintosh PowerPoint</Application>
  <PresentationFormat>Widescreen</PresentationFormat>
  <Paragraphs>152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Office Theme</vt:lpstr>
      <vt:lpstr>  Organizational Plan for  AccelRR8 Consortium Non-Profit </vt:lpstr>
      <vt:lpstr>Contents</vt:lpstr>
      <vt:lpstr>Consortium Ambition</vt:lpstr>
      <vt:lpstr>Consortium 3-Horizon Impact Strategy Exponential Improvements in the Tech Services Industry</vt:lpstr>
      <vt:lpstr>Consortium Leadership</vt:lpstr>
      <vt:lpstr>Services and Benefits</vt:lpstr>
      <vt:lpstr>Building Momentum</vt:lpstr>
      <vt:lpstr>Finance and Responsibility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172</cp:revision>
  <dcterms:created xsi:type="dcterms:W3CDTF">2023-08-22T19:09:59Z</dcterms:created>
  <dcterms:modified xsi:type="dcterms:W3CDTF">2024-10-20T17:06:27Z</dcterms:modified>
</cp:coreProperties>
</file>